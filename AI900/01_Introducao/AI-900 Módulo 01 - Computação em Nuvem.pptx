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Picture 2" descr="microsoft-azure-new-logo-2017 - Domo Soluções em TI">
            <a:extLst>
              <a:ext uri="{FF2B5EF4-FFF2-40B4-BE49-F238E27FC236}">
                <a16:creationId xmlns:a16="http://schemas.microsoft.com/office/drawing/2014/main" id="{92CD79CA-B22C-47D0-B267-CD1E6FF6E01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14" b="23425"/>
          <a:stretch/>
        </p:blipFill>
        <p:spPr bwMode="auto">
          <a:xfrm>
            <a:off x="10253646" y="5960596"/>
            <a:ext cx="1781694" cy="57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A779326-7FAC-4F5E-8B83-6A64913CC5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00" b="29785"/>
          <a:stretch/>
        </p:blipFill>
        <p:spPr>
          <a:xfrm>
            <a:off x="10253646" y="5504921"/>
            <a:ext cx="1781694" cy="40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60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9EA85-9F33-4E3B-976D-B1D3A3B2C796}" type="datetimeFigureOut">
              <a:rPr lang="pt-BR" smtClean="0"/>
              <a:t>16/02/2024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ED6D-FD68-4B7B-B975-33CDAFD706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974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9EA85-9F33-4E3B-976D-B1D3A3B2C796}" type="datetimeFigureOut">
              <a:rPr lang="pt-BR" smtClean="0"/>
              <a:t>16/02/2024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6F2ED6D-FD68-4B7B-B975-33CDAFD706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694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9EA85-9F33-4E3B-976D-B1D3A3B2C796}" type="datetimeFigureOut">
              <a:rPr lang="pt-BR" smtClean="0"/>
              <a:t>16/02/2024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ED6D-FD68-4B7B-B975-33CDAFD706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49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9EA85-9F33-4E3B-976D-B1D3A3B2C796}" type="datetimeFigureOut">
              <a:rPr lang="pt-BR" smtClean="0"/>
              <a:t>16/02/2024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ED6D-FD68-4B7B-B975-33CDAFD706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9653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9EA85-9F33-4E3B-976D-B1D3A3B2C796}" type="datetimeFigureOut">
              <a:rPr lang="pt-BR" smtClean="0"/>
              <a:t>16/02/2024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ED6D-FD68-4B7B-B975-33CDAFD706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170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39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9EA85-9F33-4E3B-976D-B1D3A3B2C796}" type="datetimeFigureOut">
              <a:rPr lang="pt-BR" smtClean="0"/>
              <a:t>16/02/2024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ED6D-FD68-4B7B-B975-33CDAFD706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166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9EA85-9F33-4E3B-976D-B1D3A3B2C796}" type="datetimeFigureOut">
              <a:rPr lang="pt-BR" smtClean="0"/>
              <a:t>16/02/2024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ED6D-FD68-4B7B-B975-33CDAFD706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524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722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428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5654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91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907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874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9EA85-9F33-4E3B-976D-B1D3A3B2C796}" type="datetimeFigureOut">
              <a:rPr lang="pt-BR" smtClean="0"/>
              <a:t>16/02/2024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ED6D-FD68-4B7B-B975-33CDAFD706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4969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649EA85-9F33-4E3B-976D-B1D3A3B2C796}" type="datetimeFigureOut">
              <a:rPr lang="pt-BR" smtClean="0"/>
              <a:t>16/02/2024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6F2ED6D-FD68-4B7B-B975-33CDAFD706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847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8" name="Picture 2" descr="microsoft-azure-new-logo-2017 - Domo Soluções em TI">
            <a:extLst>
              <a:ext uri="{FF2B5EF4-FFF2-40B4-BE49-F238E27FC236}">
                <a16:creationId xmlns:a16="http://schemas.microsoft.com/office/drawing/2014/main" id="{30E6657C-D14E-46B1-A75D-D8C2B2C27C1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14" b="23425"/>
          <a:stretch/>
        </p:blipFill>
        <p:spPr bwMode="auto">
          <a:xfrm>
            <a:off x="10253646" y="5960596"/>
            <a:ext cx="1781694" cy="57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DD39972-934D-4D2D-8061-D39AAA100C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00" b="29785"/>
          <a:stretch/>
        </p:blipFill>
        <p:spPr>
          <a:xfrm>
            <a:off x="10253646" y="5504921"/>
            <a:ext cx="1781694" cy="40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833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AI-900</a:t>
            </a:r>
            <a:br>
              <a:rPr lang="pt-BR" dirty="0"/>
            </a:br>
            <a:r>
              <a:rPr lang="pt-BR" dirty="0" err="1"/>
              <a:t>Azure</a:t>
            </a:r>
            <a:r>
              <a:rPr lang="pt-BR" dirty="0"/>
              <a:t> AI Fundamentals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Computação em Nuvem</a:t>
            </a:r>
          </a:p>
        </p:txBody>
      </p:sp>
    </p:spTree>
    <p:extLst>
      <p:ext uri="{BB962C8B-B14F-4D97-AF65-F5344CB8AC3E}">
        <p14:creationId xmlns:p14="http://schemas.microsoft.com/office/powerpoint/2010/main" val="3957428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COMPUTAÇÃO EM NUVEM?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computação em nuvem é a entrega de recursos de TI sob demanda por meio da Internet com definição de preço de pagamento conforme o uso.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Em vez de comprar, ter e manter datacenters e servidores físicos, você pode acessar serviços de tecnologia, como capacidade computacional, armazenamento e bancos de dados, conforme a necessidade, usando um provedor de nuvem.</a:t>
            </a:r>
          </a:p>
        </p:txBody>
      </p:sp>
    </p:spTree>
    <p:extLst>
      <p:ext uri="{BB962C8B-B14F-4D97-AF65-F5344CB8AC3E}">
        <p14:creationId xmlns:p14="http://schemas.microsoft.com/office/powerpoint/2010/main" val="1831881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380" y="2143853"/>
            <a:ext cx="5425987" cy="46371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42A41826-92C7-4CBC-A040-DA24C30CE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pt-BR" dirty="0"/>
              <a:t>O SEGREDO</a:t>
            </a:r>
          </a:p>
        </p:txBody>
      </p:sp>
    </p:spTree>
    <p:extLst>
      <p:ext uri="{BB962C8B-B14F-4D97-AF65-F5344CB8AC3E}">
        <p14:creationId xmlns:p14="http://schemas.microsoft.com/office/powerpoint/2010/main" val="383699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RESPONSABILIDADE COMPARTILHADA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6255"/>
            <a:ext cx="9689284" cy="4521665"/>
          </a:xfrm>
        </p:spPr>
      </p:pic>
    </p:spTree>
    <p:extLst>
      <p:ext uri="{BB962C8B-B14F-4D97-AF65-F5344CB8AC3E}">
        <p14:creationId xmlns:p14="http://schemas.microsoft.com/office/powerpoint/2010/main" val="1011772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3"/>
          <a:stretch/>
        </p:blipFill>
        <p:spPr>
          <a:xfrm>
            <a:off x="0" y="1979802"/>
            <a:ext cx="9513116" cy="4565443"/>
          </a:xfr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9655D47B-1869-4AB3-86A0-5D543127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pt-BR" dirty="0"/>
              <a:t>COMPARAÇÃO DE RESPONSABILIDADES</a:t>
            </a:r>
          </a:p>
        </p:txBody>
      </p:sp>
    </p:spTree>
    <p:extLst>
      <p:ext uri="{BB962C8B-B14F-4D97-AF65-F5344CB8AC3E}">
        <p14:creationId xmlns:p14="http://schemas.microsoft.com/office/powerpoint/2010/main" val="349863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30"/>
          <a:stretch/>
        </p:blipFill>
        <p:spPr>
          <a:xfrm>
            <a:off x="-1" y="1979801"/>
            <a:ext cx="9454393" cy="4566639"/>
          </a:xfr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D001CD0A-9006-4A14-8DA1-9AA036FD9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pt-BR" dirty="0"/>
              <a:t>PIZZA COMO SERVIÇO</a:t>
            </a:r>
          </a:p>
        </p:txBody>
      </p:sp>
    </p:spTree>
    <p:extLst>
      <p:ext uri="{BB962C8B-B14F-4D97-AF65-F5344CB8AC3E}">
        <p14:creationId xmlns:p14="http://schemas.microsoft.com/office/powerpoint/2010/main" val="295556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E5AA563-0090-405E-8E25-B191283C9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91" y="2122415"/>
            <a:ext cx="7633982" cy="449946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EC240504-19AC-439B-817F-91F966B1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pt-BR" dirty="0"/>
              <a:t>SERVIÇO DE COMPUTAÇÃO EM NUVEM DA MICROSOFT</a:t>
            </a:r>
          </a:p>
        </p:txBody>
      </p:sp>
    </p:spTree>
    <p:extLst>
      <p:ext uri="{BB962C8B-B14F-4D97-AF65-F5344CB8AC3E}">
        <p14:creationId xmlns:p14="http://schemas.microsoft.com/office/powerpoint/2010/main" val="3823473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225795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b="1" dirty="0">
                <a:latin typeface="Quattrocento Sans"/>
              </a:rPr>
              <a:t>NECESSIDADE:</a:t>
            </a:r>
            <a:endParaRPr lang="pt-BR" dirty="0"/>
          </a:p>
          <a:p>
            <a:pPr algn="ctr"/>
            <a:r>
              <a:rPr lang="pt-BR" dirty="0">
                <a:latin typeface="Quattrocento Sans"/>
              </a:rPr>
              <a:t>Analisar as mensagens enviadas pelos usuários para evitar conteúdos ofensivos. </a:t>
            </a:r>
            <a:endParaRPr lang="pt-B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27464" y="5720051"/>
            <a:ext cx="423084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4400" b="1" i="0" u="none" strike="noStrike" cap="none" normalizeH="0" baseline="0" dirty="0">
                <a:ln>
                  <a:noFill/>
                </a:ln>
                <a:effectLst/>
                <a:latin typeface="Montserrat"/>
              </a:rPr>
              <a:t>Desenvolvedores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125835" y="414618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</a:rPr>
              <a:t>TEXTO PARA ANÁLISE:</a:t>
            </a:r>
            <a:endParaRPr lang="en-US" dirty="0"/>
          </a:p>
          <a:p>
            <a:pPr algn="ctr"/>
            <a:r>
              <a:rPr lang="en-US" dirty="0">
                <a:latin typeface="Arial" panose="020B0604020202020204" pitchFamily="34" charset="0"/>
              </a:rPr>
              <a:t>“This is the best program ever. My life without him was shit.”</a:t>
            </a:r>
            <a:r>
              <a:rPr lang="en-US" sz="700" dirty="0">
                <a:latin typeface="Arial" panose="020B0604020202020204" pitchFamily="34" charset="0"/>
              </a:rPr>
              <a:t> </a:t>
            </a:r>
            <a:endParaRPr lang="pt-BR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696" y="2530366"/>
            <a:ext cx="4877649" cy="28008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4" name="Conector em Curva 13"/>
          <p:cNvCxnSpPr>
            <a:cxnSpLocks/>
            <a:stCxn id="7" idx="2"/>
            <a:endCxn id="5" idx="0"/>
          </p:cNvCxnSpPr>
          <p:nvPr/>
        </p:nvCxnSpPr>
        <p:spPr>
          <a:xfrm rot="16200000" flipH="1">
            <a:off x="3133094" y="5110257"/>
            <a:ext cx="650534" cy="5690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em Curva 15"/>
          <p:cNvCxnSpPr>
            <a:cxnSpLocks/>
            <a:stCxn id="12" idx="2"/>
            <a:endCxn id="5" idx="3"/>
          </p:cNvCxnSpPr>
          <p:nvPr/>
        </p:nvCxnSpPr>
        <p:spPr>
          <a:xfrm rot="10800000" flipV="1">
            <a:off x="5858312" y="3930784"/>
            <a:ext cx="1213385" cy="2173987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15401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m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Berlim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m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362</TotalTime>
  <Words>136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Montserrat</vt:lpstr>
      <vt:lpstr>Quattrocento Sans</vt:lpstr>
      <vt:lpstr>Trebuchet MS</vt:lpstr>
      <vt:lpstr>Berlim</vt:lpstr>
      <vt:lpstr>AI-900 Azure AI Fundamentals</vt:lpstr>
      <vt:lpstr>O QUE É COMPUTAÇÃO EM NUVEM?</vt:lpstr>
      <vt:lpstr>O SEGREDO</vt:lpstr>
      <vt:lpstr>RESPONSABILIDADE COMPARTILHADA</vt:lpstr>
      <vt:lpstr>COMPARAÇÃO DE RESPONSABILIDADES</vt:lpstr>
      <vt:lpstr>PIZZA COMO SERVIÇO</vt:lpstr>
      <vt:lpstr>SERVIÇO DE COMPUTAÇÃO EM NUVEM DA MICROSOFT</vt:lpstr>
      <vt:lpstr>COMO FUNCIONA</vt:lpstr>
    </vt:vector>
  </TitlesOfParts>
  <Company>SESI SENAI 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AI-900 Azure AI Fundamentals</dc:title>
  <dc:creator>Gilberto Aparecido Bernardo Junior</dc:creator>
  <cp:lastModifiedBy>Gilberto Junior</cp:lastModifiedBy>
  <cp:revision>9</cp:revision>
  <dcterms:created xsi:type="dcterms:W3CDTF">2023-05-24T17:22:00Z</dcterms:created>
  <dcterms:modified xsi:type="dcterms:W3CDTF">2024-02-16T19:55:05Z</dcterms:modified>
</cp:coreProperties>
</file>