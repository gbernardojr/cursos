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12192000"/>
  <p:notesSz cx="6858000" cy="9144000"/>
  <p:embeddedFontLst>
    <p:embeddedFont>
      <p:font typeface="Montserrat"/>
      <p:regular r:id="rId18"/>
      <p:bold r:id="rId19"/>
      <p:italic r:id="rId20"/>
      <p:boldItalic r:id="rId21"/>
    </p:embeddedFont>
    <p:embeddedFont>
      <p:font typeface="Quattrocento Sans"/>
      <p:regular r:id="rId22"/>
      <p:bold r:id="rId23"/>
      <p:italic r:id="rId24"/>
      <p:boldItalic r:id="rId25"/>
    </p:embeddedFont>
    <p:embeddedFont>
      <p:font typeface="Open Sans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italic.fntdata"/><Relationship Id="rId22" Type="http://schemas.openxmlformats.org/officeDocument/2006/relationships/font" Target="fonts/QuattrocentoSans-regular.fntdata"/><Relationship Id="rId21" Type="http://schemas.openxmlformats.org/officeDocument/2006/relationships/font" Target="fonts/Montserrat-boldItalic.fntdata"/><Relationship Id="rId24" Type="http://schemas.openxmlformats.org/officeDocument/2006/relationships/font" Target="fonts/QuattrocentoSans-italic.fntdata"/><Relationship Id="rId23" Type="http://schemas.openxmlformats.org/officeDocument/2006/relationships/font" Target="fonts/QuattrocentoSans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OpenSans-regular.fntdata"/><Relationship Id="rId25" Type="http://schemas.openxmlformats.org/officeDocument/2006/relationships/font" Target="fonts/QuattrocentoSans-boldItalic.fntdata"/><Relationship Id="rId28" Type="http://schemas.openxmlformats.org/officeDocument/2006/relationships/font" Target="fonts/OpenSans-italic.fntdata"/><Relationship Id="rId27" Type="http://schemas.openxmlformats.org/officeDocument/2006/relationships/font" Target="fonts/OpenSans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OpenSans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font" Target="fonts/Montserrat-bold.fntdata"/><Relationship Id="rId18" Type="http://schemas.openxmlformats.org/officeDocument/2006/relationships/font" Target="fonts/Montserra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3" name="Google Shape;19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1" name="Google Shape;21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5" name="Google Shape;25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6" name="Google Shape;30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6" name="Google Shape;31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3" name="Google Shape;34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5" name="Google Shape;36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4" name="Google Shape;44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8" name="Google Shape;468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3_Custom Layout">
  <p:cSld name="33_Custom Layou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Custom Layout">
  <p:cSld name="15_Custom Layou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FBFBF">
              <a:alpha val="27450"/>
            </a:srgbClr>
          </a:solidFill>
          <a:ln>
            <a:noFill/>
          </a:ln>
        </p:spPr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Custom Layout">
  <p:cSld name="11_Custom Layou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2F2">
              <a:alpha val="20000"/>
            </a:srgbClr>
          </a:solidFill>
          <a:ln>
            <a:noFill/>
          </a:ln>
        </p:spPr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25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/>
          <p:nvPr>
            <p:ph idx="2" type="pic"/>
          </p:nvPr>
        </p:nvSpPr>
        <p:spPr>
          <a:xfrm>
            <a:off x="5787047" y="514350"/>
            <a:ext cx="6404953" cy="5608358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_Custom Layout">
  <p:cSld name="19_Custom Layou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/>
          <p:nvPr>
            <p:ph idx="2" type="pic"/>
          </p:nvPr>
        </p:nvSpPr>
        <p:spPr>
          <a:xfrm>
            <a:off x="0" y="2933700"/>
            <a:ext cx="6076950" cy="39243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4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8"/>
          <p:cNvSpPr/>
          <p:nvPr>
            <p:ph idx="2" type="pic"/>
          </p:nvPr>
        </p:nvSpPr>
        <p:spPr>
          <a:xfrm>
            <a:off x="4064001" y="1190626"/>
            <a:ext cx="4064000" cy="4476750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304800" rotWithShape="0" algn="ctr">
              <a:srgbClr val="000000">
                <a:alpha val="21568"/>
              </a:srgbClr>
            </a:outerShdw>
          </a:effectLst>
        </p:spPr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>
  <p:cSld name="Section 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9"/>
          <p:cNvSpPr/>
          <p:nvPr/>
        </p:nvSpPr>
        <p:spPr>
          <a:xfrm>
            <a:off x="8794982" y="6304845"/>
            <a:ext cx="3397018" cy="260266"/>
          </a:xfrm>
          <a:custGeom>
            <a:rect b="b" l="l" r="r" t="t"/>
            <a:pathLst>
              <a:path extrusionOk="0" h="260266" w="3397018">
                <a:moveTo>
                  <a:pt x="203200" y="0"/>
                </a:moveTo>
                <a:lnTo>
                  <a:pt x="3397018" y="5745"/>
                </a:lnTo>
                <a:lnTo>
                  <a:pt x="3397018" y="260266"/>
                </a:lnTo>
                <a:lnTo>
                  <a:pt x="0" y="260266"/>
                </a:lnTo>
                <a:lnTo>
                  <a:pt x="203200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  <a:effectLst>
            <a:outerShdw blurRad="139700" rotWithShape="0" algn="t" dir="5400000" dist="25400">
              <a:srgbClr val="000000">
                <a:alpha val="1254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" name="Google Shape;29;p9"/>
          <p:cNvGrpSpPr/>
          <p:nvPr/>
        </p:nvGrpSpPr>
        <p:grpSpPr>
          <a:xfrm>
            <a:off x="11382986" y="6368578"/>
            <a:ext cx="498149" cy="125003"/>
            <a:chOff x="11013281" y="6450762"/>
            <a:chExt cx="672285" cy="168699"/>
          </a:xfrm>
        </p:grpSpPr>
        <p:sp>
          <p:nvSpPr>
            <p:cNvPr id="30" name="Google Shape;30;p9"/>
            <p:cNvSpPr/>
            <p:nvPr/>
          </p:nvSpPr>
          <p:spPr>
            <a:xfrm>
              <a:off x="11514784" y="6450762"/>
              <a:ext cx="170782" cy="168699"/>
            </a:xfrm>
            <a:custGeom>
              <a:rect b="b" l="l" r="r" t="t"/>
              <a:pathLst>
                <a:path extrusionOk="0" h="471" w="479">
                  <a:moveTo>
                    <a:pt x="212" y="169"/>
                  </a:moveTo>
                  <a:lnTo>
                    <a:pt x="212" y="169"/>
                  </a:lnTo>
                  <a:cubicBezTo>
                    <a:pt x="212" y="142"/>
                    <a:pt x="203" y="142"/>
                    <a:pt x="185" y="142"/>
                  </a:cubicBezTo>
                  <a:cubicBezTo>
                    <a:pt x="185" y="142"/>
                    <a:pt x="185" y="142"/>
                    <a:pt x="177" y="142"/>
                  </a:cubicBezTo>
                  <a:cubicBezTo>
                    <a:pt x="177" y="142"/>
                    <a:pt x="168" y="151"/>
                    <a:pt x="168" y="160"/>
                  </a:cubicBezTo>
                  <a:cubicBezTo>
                    <a:pt x="159" y="160"/>
                    <a:pt x="159" y="169"/>
                    <a:pt x="168" y="187"/>
                  </a:cubicBezTo>
                  <a:cubicBezTo>
                    <a:pt x="168" y="195"/>
                    <a:pt x="185" y="213"/>
                    <a:pt x="194" y="213"/>
                  </a:cubicBezTo>
                  <a:cubicBezTo>
                    <a:pt x="194" y="213"/>
                    <a:pt x="194" y="213"/>
                    <a:pt x="203" y="213"/>
                  </a:cubicBezTo>
                  <a:cubicBezTo>
                    <a:pt x="212" y="204"/>
                    <a:pt x="221" y="187"/>
                    <a:pt x="212" y="169"/>
                  </a:cubicBezTo>
                  <a:close/>
                  <a:moveTo>
                    <a:pt x="238" y="0"/>
                  </a:moveTo>
                  <a:lnTo>
                    <a:pt x="238" y="0"/>
                  </a:lnTo>
                  <a:cubicBezTo>
                    <a:pt x="106" y="0"/>
                    <a:pt x="0" y="107"/>
                    <a:pt x="0" y="231"/>
                  </a:cubicBezTo>
                  <a:cubicBezTo>
                    <a:pt x="0" y="363"/>
                    <a:pt x="106" y="470"/>
                    <a:pt x="238" y="470"/>
                  </a:cubicBezTo>
                  <a:cubicBezTo>
                    <a:pt x="372" y="470"/>
                    <a:pt x="478" y="363"/>
                    <a:pt x="478" y="231"/>
                  </a:cubicBezTo>
                  <a:cubicBezTo>
                    <a:pt x="478" y="107"/>
                    <a:pt x="372" y="0"/>
                    <a:pt x="238" y="0"/>
                  </a:cubicBezTo>
                  <a:close/>
                  <a:moveTo>
                    <a:pt x="221" y="338"/>
                  </a:moveTo>
                  <a:lnTo>
                    <a:pt x="221" y="338"/>
                  </a:lnTo>
                  <a:cubicBezTo>
                    <a:pt x="212" y="346"/>
                    <a:pt x="194" y="346"/>
                    <a:pt x="185" y="346"/>
                  </a:cubicBezTo>
                  <a:cubicBezTo>
                    <a:pt x="177" y="346"/>
                    <a:pt x="124" y="346"/>
                    <a:pt x="124" y="301"/>
                  </a:cubicBezTo>
                  <a:cubicBezTo>
                    <a:pt x="124" y="257"/>
                    <a:pt x="177" y="248"/>
                    <a:pt x="194" y="248"/>
                  </a:cubicBezTo>
                  <a:cubicBezTo>
                    <a:pt x="185" y="240"/>
                    <a:pt x="185" y="231"/>
                    <a:pt x="185" y="231"/>
                  </a:cubicBezTo>
                  <a:cubicBezTo>
                    <a:pt x="177" y="231"/>
                    <a:pt x="168" y="222"/>
                    <a:pt x="159" y="222"/>
                  </a:cubicBezTo>
                  <a:cubicBezTo>
                    <a:pt x="141" y="213"/>
                    <a:pt x="141" y="195"/>
                    <a:pt x="141" y="178"/>
                  </a:cubicBezTo>
                  <a:cubicBezTo>
                    <a:pt x="141" y="125"/>
                    <a:pt x="194" y="125"/>
                    <a:pt x="194" y="125"/>
                  </a:cubicBezTo>
                  <a:cubicBezTo>
                    <a:pt x="256" y="125"/>
                    <a:pt x="256" y="125"/>
                    <a:pt x="256" y="125"/>
                  </a:cubicBezTo>
                  <a:cubicBezTo>
                    <a:pt x="256" y="134"/>
                    <a:pt x="238" y="134"/>
                    <a:pt x="238" y="134"/>
                  </a:cubicBezTo>
                  <a:cubicBezTo>
                    <a:pt x="230" y="134"/>
                    <a:pt x="230" y="134"/>
                    <a:pt x="221" y="134"/>
                  </a:cubicBezTo>
                  <a:cubicBezTo>
                    <a:pt x="238" y="142"/>
                    <a:pt x="238" y="160"/>
                    <a:pt x="238" y="178"/>
                  </a:cubicBezTo>
                  <a:cubicBezTo>
                    <a:pt x="238" y="195"/>
                    <a:pt x="230" y="204"/>
                    <a:pt x="230" y="213"/>
                  </a:cubicBezTo>
                  <a:cubicBezTo>
                    <a:pt x="221" y="222"/>
                    <a:pt x="212" y="222"/>
                    <a:pt x="212" y="231"/>
                  </a:cubicBezTo>
                  <a:cubicBezTo>
                    <a:pt x="212" y="231"/>
                    <a:pt x="221" y="240"/>
                    <a:pt x="230" y="240"/>
                  </a:cubicBezTo>
                  <a:cubicBezTo>
                    <a:pt x="238" y="248"/>
                    <a:pt x="256" y="266"/>
                    <a:pt x="256" y="284"/>
                  </a:cubicBezTo>
                  <a:cubicBezTo>
                    <a:pt x="256" y="310"/>
                    <a:pt x="247" y="328"/>
                    <a:pt x="221" y="338"/>
                  </a:cubicBezTo>
                  <a:close/>
                  <a:moveTo>
                    <a:pt x="354" y="231"/>
                  </a:moveTo>
                  <a:lnTo>
                    <a:pt x="354" y="231"/>
                  </a:lnTo>
                  <a:cubicBezTo>
                    <a:pt x="310" y="231"/>
                    <a:pt x="310" y="231"/>
                    <a:pt x="310" y="231"/>
                  </a:cubicBezTo>
                  <a:cubicBezTo>
                    <a:pt x="310" y="275"/>
                    <a:pt x="310" y="275"/>
                    <a:pt x="310" y="275"/>
                  </a:cubicBezTo>
                  <a:cubicBezTo>
                    <a:pt x="291" y="275"/>
                    <a:pt x="291" y="275"/>
                    <a:pt x="291" y="275"/>
                  </a:cubicBezTo>
                  <a:cubicBezTo>
                    <a:pt x="291" y="231"/>
                    <a:pt x="291" y="231"/>
                    <a:pt x="291" y="231"/>
                  </a:cubicBezTo>
                  <a:cubicBezTo>
                    <a:pt x="256" y="231"/>
                    <a:pt x="256" y="231"/>
                    <a:pt x="256" y="231"/>
                  </a:cubicBezTo>
                  <a:cubicBezTo>
                    <a:pt x="256" y="213"/>
                    <a:pt x="256" y="213"/>
                    <a:pt x="256" y="213"/>
                  </a:cubicBezTo>
                  <a:cubicBezTo>
                    <a:pt x="291" y="213"/>
                    <a:pt x="291" y="213"/>
                    <a:pt x="291" y="213"/>
                  </a:cubicBezTo>
                  <a:cubicBezTo>
                    <a:pt x="291" y="169"/>
                    <a:pt x="291" y="169"/>
                    <a:pt x="291" y="169"/>
                  </a:cubicBezTo>
                  <a:cubicBezTo>
                    <a:pt x="310" y="169"/>
                    <a:pt x="310" y="169"/>
                    <a:pt x="310" y="169"/>
                  </a:cubicBezTo>
                  <a:cubicBezTo>
                    <a:pt x="310" y="213"/>
                    <a:pt x="310" y="213"/>
                    <a:pt x="310" y="213"/>
                  </a:cubicBezTo>
                  <a:cubicBezTo>
                    <a:pt x="354" y="213"/>
                    <a:pt x="354" y="213"/>
                    <a:pt x="354" y="213"/>
                  </a:cubicBezTo>
                  <a:lnTo>
                    <a:pt x="354" y="231"/>
                  </a:lnTo>
                  <a:close/>
                  <a:moveTo>
                    <a:pt x="194" y="266"/>
                  </a:moveTo>
                  <a:lnTo>
                    <a:pt x="194" y="266"/>
                  </a:lnTo>
                  <a:cubicBezTo>
                    <a:pt x="177" y="266"/>
                    <a:pt x="168" y="266"/>
                    <a:pt x="159" y="275"/>
                  </a:cubicBezTo>
                  <a:cubicBezTo>
                    <a:pt x="159" y="284"/>
                    <a:pt x="150" y="293"/>
                    <a:pt x="150" y="301"/>
                  </a:cubicBezTo>
                  <a:cubicBezTo>
                    <a:pt x="150" y="319"/>
                    <a:pt x="168" y="328"/>
                    <a:pt x="194" y="328"/>
                  </a:cubicBezTo>
                  <a:cubicBezTo>
                    <a:pt x="221" y="319"/>
                    <a:pt x="230" y="310"/>
                    <a:pt x="230" y="293"/>
                  </a:cubicBezTo>
                  <a:cubicBezTo>
                    <a:pt x="230" y="275"/>
                    <a:pt x="212" y="266"/>
                    <a:pt x="194" y="26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" name="Google Shape;31;p9"/>
            <p:cNvSpPr/>
            <p:nvPr/>
          </p:nvSpPr>
          <p:spPr>
            <a:xfrm>
              <a:off x="11264553" y="6450762"/>
              <a:ext cx="170782" cy="168699"/>
            </a:xfrm>
            <a:custGeom>
              <a:rect b="b" l="l" r="r" t="t"/>
              <a:pathLst>
                <a:path extrusionOk="0" h="471" w="479">
                  <a:moveTo>
                    <a:pt x="240" y="0"/>
                  </a:moveTo>
                  <a:lnTo>
                    <a:pt x="240" y="0"/>
                  </a:lnTo>
                  <a:cubicBezTo>
                    <a:pt x="106" y="0"/>
                    <a:pt x="0" y="107"/>
                    <a:pt x="0" y="231"/>
                  </a:cubicBezTo>
                  <a:cubicBezTo>
                    <a:pt x="0" y="363"/>
                    <a:pt x="106" y="470"/>
                    <a:pt x="240" y="470"/>
                  </a:cubicBezTo>
                  <a:cubicBezTo>
                    <a:pt x="372" y="470"/>
                    <a:pt x="478" y="363"/>
                    <a:pt x="478" y="231"/>
                  </a:cubicBezTo>
                  <a:cubicBezTo>
                    <a:pt x="478" y="107"/>
                    <a:pt x="372" y="0"/>
                    <a:pt x="240" y="0"/>
                  </a:cubicBezTo>
                  <a:close/>
                  <a:moveTo>
                    <a:pt x="293" y="160"/>
                  </a:moveTo>
                  <a:lnTo>
                    <a:pt x="293" y="160"/>
                  </a:lnTo>
                  <a:cubicBezTo>
                    <a:pt x="257" y="160"/>
                    <a:pt x="257" y="160"/>
                    <a:pt x="257" y="160"/>
                  </a:cubicBezTo>
                  <a:cubicBezTo>
                    <a:pt x="257" y="160"/>
                    <a:pt x="249" y="169"/>
                    <a:pt x="249" y="178"/>
                  </a:cubicBezTo>
                  <a:cubicBezTo>
                    <a:pt x="249" y="195"/>
                    <a:pt x="249" y="195"/>
                    <a:pt x="249" y="195"/>
                  </a:cubicBezTo>
                  <a:cubicBezTo>
                    <a:pt x="293" y="195"/>
                    <a:pt x="293" y="195"/>
                    <a:pt x="293" y="195"/>
                  </a:cubicBezTo>
                  <a:cubicBezTo>
                    <a:pt x="293" y="240"/>
                    <a:pt x="293" y="240"/>
                    <a:pt x="293" y="240"/>
                  </a:cubicBezTo>
                  <a:cubicBezTo>
                    <a:pt x="249" y="240"/>
                    <a:pt x="249" y="240"/>
                    <a:pt x="249" y="240"/>
                  </a:cubicBezTo>
                  <a:cubicBezTo>
                    <a:pt x="249" y="346"/>
                    <a:pt x="249" y="346"/>
                    <a:pt x="249" y="346"/>
                  </a:cubicBezTo>
                  <a:cubicBezTo>
                    <a:pt x="213" y="346"/>
                    <a:pt x="213" y="346"/>
                    <a:pt x="213" y="346"/>
                  </a:cubicBezTo>
                  <a:cubicBezTo>
                    <a:pt x="213" y="240"/>
                    <a:pt x="213" y="240"/>
                    <a:pt x="213" y="240"/>
                  </a:cubicBezTo>
                  <a:cubicBezTo>
                    <a:pt x="169" y="240"/>
                    <a:pt x="169" y="240"/>
                    <a:pt x="169" y="240"/>
                  </a:cubicBezTo>
                  <a:cubicBezTo>
                    <a:pt x="169" y="195"/>
                    <a:pt x="169" y="195"/>
                    <a:pt x="169" y="195"/>
                  </a:cubicBezTo>
                  <a:cubicBezTo>
                    <a:pt x="213" y="195"/>
                    <a:pt x="213" y="195"/>
                    <a:pt x="213" y="195"/>
                  </a:cubicBezTo>
                  <a:cubicBezTo>
                    <a:pt x="213" y="178"/>
                    <a:pt x="213" y="178"/>
                    <a:pt x="213" y="178"/>
                  </a:cubicBezTo>
                  <a:cubicBezTo>
                    <a:pt x="213" y="151"/>
                    <a:pt x="230" y="125"/>
                    <a:pt x="257" y="125"/>
                  </a:cubicBezTo>
                  <a:cubicBezTo>
                    <a:pt x="293" y="125"/>
                    <a:pt x="293" y="125"/>
                    <a:pt x="293" y="125"/>
                  </a:cubicBezTo>
                  <a:lnTo>
                    <a:pt x="293" y="16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32;p9"/>
            <p:cNvSpPr/>
            <p:nvPr/>
          </p:nvSpPr>
          <p:spPr>
            <a:xfrm>
              <a:off x="11013281" y="6450762"/>
              <a:ext cx="171823" cy="168699"/>
            </a:xfrm>
            <a:custGeom>
              <a:rect b="b" l="l" r="r" t="t"/>
              <a:pathLst>
                <a:path extrusionOk="0" h="471" w="480">
                  <a:moveTo>
                    <a:pt x="239" y="0"/>
                  </a:moveTo>
                  <a:lnTo>
                    <a:pt x="239" y="0"/>
                  </a:lnTo>
                  <a:cubicBezTo>
                    <a:pt x="107" y="0"/>
                    <a:pt x="0" y="107"/>
                    <a:pt x="0" y="231"/>
                  </a:cubicBezTo>
                  <a:cubicBezTo>
                    <a:pt x="0" y="363"/>
                    <a:pt x="107" y="470"/>
                    <a:pt x="239" y="470"/>
                  </a:cubicBezTo>
                  <a:cubicBezTo>
                    <a:pt x="372" y="470"/>
                    <a:pt x="479" y="363"/>
                    <a:pt x="479" y="231"/>
                  </a:cubicBezTo>
                  <a:cubicBezTo>
                    <a:pt x="479" y="107"/>
                    <a:pt x="372" y="0"/>
                    <a:pt x="239" y="0"/>
                  </a:cubicBezTo>
                  <a:close/>
                  <a:moveTo>
                    <a:pt x="337" y="195"/>
                  </a:moveTo>
                  <a:lnTo>
                    <a:pt x="337" y="195"/>
                  </a:lnTo>
                  <a:cubicBezTo>
                    <a:pt x="337" y="257"/>
                    <a:pt x="292" y="328"/>
                    <a:pt x="204" y="328"/>
                  </a:cubicBezTo>
                  <a:cubicBezTo>
                    <a:pt x="178" y="328"/>
                    <a:pt x="151" y="319"/>
                    <a:pt x="133" y="310"/>
                  </a:cubicBezTo>
                  <a:lnTo>
                    <a:pt x="142" y="310"/>
                  </a:lnTo>
                  <a:cubicBezTo>
                    <a:pt x="160" y="310"/>
                    <a:pt x="186" y="301"/>
                    <a:pt x="204" y="293"/>
                  </a:cubicBezTo>
                  <a:cubicBezTo>
                    <a:pt x="178" y="293"/>
                    <a:pt x="160" y="275"/>
                    <a:pt x="160" y="257"/>
                  </a:cubicBezTo>
                  <a:cubicBezTo>
                    <a:pt x="160" y="257"/>
                    <a:pt x="160" y="257"/>
                    <a:pt x="169" y="257"/>
                  </a:cubicBezTo>
                  <a:lnTo>
                    <a:pt x="178" y="257"/>
                  </a:lnTo>
                  <a:cubicBezTo>
                    <a:pt x="160" y="248"/>
                    <a:pt x="142" y="231"/>
                    <a:pt x="142" y="213"/>
                  </a:cubicBezTo>
                  <a:cubicBezTo>
                    <a:pt x="142" y="213"/>
                    <a:pt x="151" y="213"/>
                    <a:pt x="160" y="213"/>
                  </a:cubicBezTo>
                  <a:cubicBezTo>
                    <a:pt x="151" y="204"/>
                    <a:pt x="142" y="195"/>
                    <a:pt x="142" y="178"/>
                  </a:cubicBezTo>
                  <a:cubicBezTo>
                    <a:pt x="142" y="169"/>
                    <a:pt x="142" y="160"/>
                    <a:pt x="151" y="151"/>
                  </a:cubicBezTo>
                  <a:cubicBezTo>
                    <a:pt x="169" y="178"/>
                    <a:pt x="204" y="204"/>
                    <a:pt x="239" y="204"/>
                  </a:cubicBezTo>
                  <a:cubicBezTo>
                    <a:pt x="239" y="195"/>
                    <a:pt x="239" y="195"/>
                    <a:pt x="239" y="195"/>
                  </a:cubicBezTo>
                  <a:cubicBezTo>
                    <a:pt x="239" y="169"/>
                    <a:pt x="266" y="142"/>
                    <a:pt x="292" y="142"/>
                  </a:cubicBezTo>
                  <a:cubicBezTo>
                    <a:pt x="301" y="142"/>
                    <a:pt x="319" y="151"/>
                    <a:pt x="319" y="160"/>
                  </a:cubicBezTo>
                  <a:cubicBezTo>
                    <a:pt x="337" y="160"/>
                    <a:pt x="346" y="151"/>
                    <a:pt x="355" y="151"/>
                  </a:cubicBezTo>
                  <a:cubicBezTo>
                    <a:pt x="346" y="160"/>
                    <a:pt x="346" y="169"/>
                    <a:pt x="337" y="178"/>
                  </a:cubicBezTo>
                  <a:cubicBezTo>
                    <a:pt x="346" y="178"/>
                    <a:pt x="355" y="169"/>
                    <a:pt x="364" y="169"/>
                  </a:cubicBezTo>
                  <a:cubicBezTo>
                    <a:pt x="355" y="178"/>
                    <a:pt x="346" y="187"/>
                    <a:pt x="337" y="19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" name="Google Shape;33;p9"/>
          <p:cNvSpPr txBox="1"/>
          <p:nvPr/>
        </p:nvSpPr>
        <p:spPr>
          <a:xfrm>
            <a:off x="9068373" y="6316167"/>
            <a:ext cx="2255743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pt-BR" sz="105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Copyright © AeroTech. All rights.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9"/>
          <p:cNvSpPr txBox="1"/>
          <p:nvPr/>
        </p:nvSpPr>
        <p:spPr>
          <a:xfrm>
            <a:off x="593878" y="6311195"/>
            <a:ext cx="2358872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pt-BR" sz="1050" u="none" cap="none" strike="noStrike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www.yourwebsite.com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Custom Layout">
  <p:cSld name="8_Custom Layou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0"/>
          <p:cNvSpPr/>
          <p:nvPr>
            <p:ph idx="2" type="pic"/>
          </p:nvPr>
        </p:nvSpPr>
        <p:spPr>
          <a:xfrm>
            <a:off x="0" y="2846601"/>
            <a:ext cx="12192000" cy="4011399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11"/>
          <p:cNvSpPr/>
          <p:nvPr>
            <p:ph idx="2" type="pic"/>
          </p:nvPr>
        </p:nvSpPr>
        <p:spPr>
          <a:xfrm>
            <a:off x="4667250" y="1028701"/>
            <a:ext cx="6629400" cy="48006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/>
          <p:nvPr>
            <p:ph idx="2" type="pic"/>
          </p:nvPr>
        </p:nvSpPr>
        <p:spPr>
          <a:xfrm>
            <a:off x="5448300" y="-666846"/>
            <a:ext cx="6743700" cy="6839047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2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3"/>
          <p:cNvSpPr/>
          <p:nvPr>
            <p:ph idx="2" type="pic"/>
          </p:nvPr>
        </p:nvSpPr>
        <p:spPr>
          <a:xfrm>
            <a:off x="0" y="1008138"/>
            <a:ext cx="12192000" cy="4969289"/>
          </a:xfrm>
          <a:prstGeom prst="rect">
            <a:avLst/>
          </a:prstGeom>
          <a:solidFill>
            <a:srgbClr val="F2F2F2">
              <a:alpha val="20000"/>
            </a:srgbClr>
          </a:solidFill>
          <a:ln>
            <a:noFill/>
          </a:ln>
        </p:spPr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lin ang="0" scaled="0"/>
        </a:gra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4"/>
          <p:cNvSpPr/>
          <p:nvPr/>
        </p:nvSpPr>
        <p:spPr>
          <a:xfrm>
            <a:off x="8794982" y="6304845"/>
            <a:ext cx="3397018" cy="260266"/>
          </a:xfrm>
          <a:custGeom>
            <a:rect b="b" l="l" r="r" t="t"/>
            <a:pathLst>
              <a:path extrusionOk="0" h="260266" w="3397018">
                <a:moveTo>
                  <a:pt x="203200" y="0"/>
                </a:moveTo>
                <a:lnTo>
                  <a:pt x="3397018" y="5745"/>
                </a:lnTo>
                <a:lnTo>
                  <a:pt x="3397018" y="260266"/>
                </a:lnTo>
                <a:lnTo>
                  <a:pt x="0" y="260266"/>
                </a:lnTo>
                <a:lnTo>
                  <a:pt x="203200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  <a:effectLst>
            <a:outerShdw blurRad="139700" rotWithShape="0" algn="t" dir="5400000" dist="25400">
              <a:srgbClr val="000000">
                <a:alpha val="1254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14"/>
          <p:cNvSpPr txBox="1"/>
          <p:nvPr/>
        </p:nvSpPr>
        <p:spPr>
          <a:xfrm flipH="1">
            <a:off x="9442630" y="178589"/>
            <a:ext cx="2438505" cy="1015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fld id="{00000000-1234-1234-1234-123412341234}" type="slidenum">
              <a:rPr b="1" i="0" lang="pt-BR" sz="6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 b="1" i="0" sz="287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47" name="Google Shape;47;p14"/>
          <p:cNvGrpSpPr/>
          <p:nvPr/>
        </p:nvGrpSpPr>
        <p:grpSpPr>
          <a:xfrm>
            <a:off x="11382986" y="6368578"/>
            <a:ext cx="498149" cy="125003"/>
            <a:chOff x="11013281" y="6450762"/>
            <a:chExt cx="672285" cy="168699"/>
          </a:xfrm>
        </p:grpSpPr>
        <p:sp>
          <p:nvSpPr>
            <p:cNvPr id="48" name="Google Shape;48;p14"/>
            <p:cNvSpPr/>
            <p:nvPr/>
          </p:nvSpPr>
          <p:spPr>
            <a:xfrm>
              <a:off x="11514784" y="6450762"/>
              <a:ext cx="170782" cy="168699"/>
            </a:xfrm>
            <a:custGeom>
              <a:rect b="b" l="l" r="r" t="t"/>
              <a:pathLst>
                <a:path extrusionOk="0" h="471" w="479">
                  <a:moveTo>
                    <a:pt x="212" y="169"/>
                  </a:moveTo>
                  <a:lnTo>
                    <a:pt x="212" y="169"/>
                  </a:lnTo>
                  <a:cubicBezTo>
                    <a:pt x="212" y="142"/>
                    <a:pt x="203" y="142"/>
                    <a:pt x="185" y="142"/>
                  </a:cubicBezTo>
                  <a:cubicBezTo>
                    <a:pt x="185" y="142"/>
                    <a:pt x="185" y="142"/>
                    <a:pt x="177" y="142"/>
                  </a:cubicBezTo>
                  <a:cubicBezTo>
                    <a:pt x="177" y="142"/>
                    <a:pt x="168" y="151"/>
                    <a:pt x="168" y="160"/>
                  </a:cubicBezTo>
                  <a:cubicBezTo>
                    <a:pt x="159" y="160"/>
                    <a:pt x="159" y="169"/>
                    <a:pt x="168" y="187"/>
                  </a:cubicBezTo>
                  <a:cubicBezTo>
                    <a:pt x="168" y="195"/>
                    <a:pt x="185" y="213"/>
                    <a:pt x="194" y="213"/>
                  </a:cubicBezTo>
                  <a:cubicBezTo>
                    <a:pt x="194" y="213"/>
                    <a:pt x="194" y="213"/>
                    <a:pt x="203" y="213"/>
                  </a:cubicBezTo>
                  <a:cubicBezTo>
                    <a:pt x="212" y="204"/>
                    <a:pt x="221" y="187"/>
                    <a:pt x="212" y="169"/>
                  </a:cubicBezTo>
                  <a:close/>
                  <a:moveTo>
                    <a:pt x="238" y="0"/>
                  </a:moveTo>
                  <a:lnTo>
                    <a:pt x="238" y="0"/>
                  </a:lnTo>
                  <a:cubicBezTo>
                    <a:pt x="106" y="0"/>
                    <a:pt x="0" y="107"/>
                    <a:pt x="0" y="231"/>
                  </a:cubicBezTo>
                  <a:cubicBezTo>
                    <a:pt x="0" y="363"/>
                    <a:pt x="106" y="470"/>
                    <a:pt x="238" y="470"/>
                  </a:cubicBezTo>
                  <a:cubicBezTo>
                    <a:pt x="372" y="470"/>
                    <a:pt x="478" y="363"/>
                    <a:pt x="478" y="231"/>
                  </a:cubicBezTo>
                  <a:cubicBezTo>
                    <a:pt x="478" y="107"/>
                    <a:pt x="372" y="0"/>
                    <a:pt x="238" y="0"/>
                  </a:cubicBezTo>
                  <a:close/>
                  <a:moveTo>
                    <a:pt x="221" y="338"/>
                  </a:moveTo>
                  <a:lnTo>
                    <a:pt x="221" y="338"/>
                  </a:lnTo>
                  <a:cubicBezTo>
                    <a:pt x="212" y="346"/>
                    <a:pt x="194" y="346"/>
                    <a:pt x="185" y="346"/>
                  </a:cubicBezTo>
                  <a:cubicBezTo>
                    <a:pt x="177" y="346"/>
                    <a:pt x="124" y="346"/>
                    <a:pt x="124" y="301"/>
                  </a:cubicBezTo>
                  <a:cubicBezTo>
                    <a:pt x="124" y="257"/>
                    <a:pt x="177" y="248"/>
                    <a:pt x="194" y="248"/>
                  </a:cubicBezTo>
                  <a:cubicBezTo>
                    <a:pt x="185" y="240"/>
                    <a:pt x="185" y="231"/>
                    <a:pt x="185" y="231"/>
                  </a:cubicBezTo>
                  <a:cubicBezTo>
                    <a:pt x="177" y="231"/>
                    <a:pt x="168" y="222"/>
                    <a:pt x="159" y="222"/>
                  </a:cubicBezTo>
                  <a:cubicBezTo>
                    <a:pt x="141" y="213"/>
                    <a:pt x="141" y="195"/>
                    <a:pt x="141" y="178"/>
                  </a:cubicBezTo>
                  <a:cubicBezTo>
                    <a:pt x="141" y="125"/>
                    <a:pt x="194" y="125"/>
                    <a:pt x="194" y="125"/>
                  </a:cubicBezTo>
                  <a:cubicBezTo>
                    <a:pt x="256" y="125"/>
                    <a:pt x="256" y="125"/>
                    <a:pt x="256" y="125"/>
                  </a:cubicBezTo>
                  <a:cubicBezTo>
                    <a:pt x="256" y="134"/>
                    <a:pt x="238" y="134"/>
                    <a:pt x="238" y="134"/>
                  </a:cubicBezTo>
                  <a:cubicBezTo>
                    <a:pt x="230" y="134"/>
                    <a:pt x="230" y="134"/>
                    <a:pt x="221" y="134"/>
                  </a:cubicBezTo>
                  <a:cubicBezTo>
                    <a:pt x="238" y="142"/>
                    <a:pt x="238" y="160"/>
                    <a:pt x="238" y="178"/>
                  </a:cubicBezTo>
                  <a:cubicBezTo>
                    <a:pt x="238" y="195"/>
                    <a:pt x="230" y="204"/>
                    <a:pt x="230" y="213"/>
                  </a:cubicBezTo>
                  <a:cubicBezTo>
                    <a:pt x="221" y="222"/>
                    <a:pt x="212" y="222"/>
                    <a:pt x="212" y="231"/>
                  </a:cubicBezTo>
                  <a:cubicBezTo>
                    <a:pt x="212" y="231"/>
                    <a:pt x="221" y="240"/>
                    <a:pt x="230" y="240"/>
                  </a:cubicBezTo>
                  <a:cubicBezTo>
                    <a:pt x="238" y="248"/>
                    <a:pt x="256" y="266"/>
                    <a:pt x="256" y="284"/>
                  </a:cubicBezTo>
                  <a:cubicBezTo>
                    <a:pt x="256" y="310"/>
                    <a:pt x="247" y="328"/>
                    <a:pt x="221" y="338"/>
                  </a:cubicBezTo>
                  <a:close/>
                  <a:moveTo>
                    <a:pt x="354" y="231"/>
                  </a:moveTo>
                  <a:lnTo>
                    <a:pt x="354" y="231"/>
                  </a:lnTo>
                  <a:cubicBezTo>
                    <a:pt x="310" y="231"/>
                    <a:pt x="310" y="231"/>
                    <a:pt x="310" y="231"/>
                  </a:cubicBezTo>
                  <a:cubicBezTo>
                    <a:pt x="310" y="275"/>
                    <a:pt x="310" y="275"/>
                    <a:pt x="310" y="275"/>
                  </a:cubicBezTo>
                  <a:cubicBezTo>
                    <a:pt x="291" y="275"/>
                    <a:pt x="291" y="275"/>
                    <a:pt x="291" y="275"/>
                  </a:cubicBezTo>
                  <a:cubicBezTo>
                    <a:pt x="291" y="231"/>
                    <a:pt x="291" y="231"/>
                    <a:pt x="291" y="231"/>
                  </a:cubicBezTo>
                  <a:cubicBezTo>
                    <a:pt x="256" y="231"/>
                    <a:pt x="256" y="231"/>
                    <a:pt x="256" y="231"/>
                  </a:cubicBezTo>
                  <a:cubicBezTo>
                    <a:pt x="256" y="213"/>
                    <a:pt x="256" y="213"/>
                    <a:pt x="256" y="213"/>
                  </a:cubicBezTo>
                  <a:cubicBezTo>
                    <a:pt x="291" y="213"/>
                    <a:pt x="291" y="213"/>
                    <a:pt x="291" y="213"/>
                  </a:cubicBezTo>
                  <a:cubicBezTo>
                    <a:pt x="291" y="169"/>
                    <a:pt x="291" y="169"/>
                    <a:pt x="291" y="169"/>
                  </a:cubicBezTo>
                  <a:cubicBezTo>
                    <a:pt x="310" y="169"/>
                    <a:pt x="310" y="169"/>
                    <a:pt x="310" y="169"/>
                  </a:cubicBezTo>
                  <a:cubicBezTo>
                    <a:pt x="310" y="213"/>
                    <a:pt x="310" y="213"/>
                    <a:pt x="310" y="213"/>
                  </a:cubicBezTo>
                  <a:cubicBezTo>
                    <a:pt x="354" y="213"/>
                    <a:pt x="354" y="213"/>
                    <a:pt x="354" y="213"/>
                  </a:cubicBezTo>
                  <a:lnTo>
                    <a:pt x="354" y="231"/>
                  </a:lnTo>
                  <a:close/>
                  <a:moveTo>
                    <a:pt x="194" y="266"/>
                  </a:moveTo>
                  <a:lnTo>
                    <a:pt x="194" y="266"/>
                  </a:lnTo>
                  <a:cubicBezTo>
                    <a:pt x="177" y="266"/>
                    <a:pt x="168" y="266"/>
                    <a:pt x="159" y="275"/>
                  </a:cubicBezTo>
                  <a:cubicBezTo>
                    <a:pt x="159" y="284"/>
                    <a:pt x="150" y="293"/>
                    <a:pt x="150" y="301"/>
                  </a:cubicBezTo>
                  <a:cubicBezTo>
                    <a:pt x="150" y="319"/>
                    <a:pt x="168" y="328"/>
                    <a:pt x="194" y="328"/>
                  </a:cubicBezTo>
                  <a:cubicBezTo>
                    <a:pt x="221" y="319"/>
                    <a:pt x="230" y="310"/>
                    <a:pt x="230" y="293"/>
                  </a:cubicBezTo>
                  <a:cubicBezTo>
                    <a:pt x="230" y="275"/>
                    <a:pt x="212" y="266"/>
                    <a:pt x="194" y="26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" name="Google Shape;49;p14"/>
            <p:cNvSpPr/>
            <p:nvPr/>
          </p:nvSpPr>
          <p:spPr>
            <a:xfrm>
              <a:off x="11264553" y="6450762"/>
              <a:ext cx="170782" cy="168699"/>
            </a:xfrm>
            <a:custGeom>
              <a:rect b="b" l="l" r="r" t="t"/>
              <a:pathLst>
                <a:path extrusionOk="0" h="471" w="479">
                  <a:moveTo>
                    <a:pt x="240" y="0"/>
                  </a:moveTo>
                  <a:lnTo>
                    <a:pt x="240" y="0"/>
                  </a:lnTo>
                  <a:cubicBezTo>
                    <a:pt x="106" y="0"/>
                    <a:pt x="0" y="107"/>
                    <a:pt x="0" y="231"/>
                  </a:cubicBezTo>
                  <a:cubicBezTo>
                    <a:pt x="0" y="363"/>
                    <a:pt x="106" y="470"/>
                    <a:pt x="240" y="470"/>
                  </a:cubicBezTo>
                  <a:cubicBezTo>
                    <a:pt x="372" y="470"/>
                    <a:pt x="478" y="363"/>
                    <a:pt x="478" y="231"/>
                  </a:cubicBezTo>
                  <a:cubicBezTo>
                    <a:pt x="478" y="107"/>
                    <a:pt x="372" y="0"/>
                    <a:pt x="240" y="0"/>
                  </a:cubicBezTo>
                  <a:close/>
                  <a:moveTo>
                    <a:pt x="293" y="160"/>
                  </a:moveTo>
                  <a:lnTo>
                    <a:pt x="293" y="160"/>
                  </a:lnTo>
                  <a:cubicBezTo>
                    <a:pt x="257" y="160"/>
                    <a:pt x="257" y="160"/>
                    <a:pt x="257" y="160"/>
                  </a:cubicBezTo>
                  <a:cubicBezTo>
                    <a:pt x="257" y="160"/>
                    <a:pt x="249" y="169"/>
                    <a:pt x="249" y="178"/>
                  </a:cubicBezTo>
                  <a:cubicBezTo>
                    <a:pt x="249" y="195"/>
                    <a:pt x="249" y="195"/>
                    <a:pt x="249" y="195"/>
                  </a:cubicBezTo>
                  <a:cubicBezTo>
                    <a:pt x="293" y="195"/>
                    <a:pt x="293" y="195"/>
                    <a:pt x="293" y="195"/>
                  </a:cubicBezTo>
                  <a:cubicBezTo>
                    <a:pt x="293" y="240"/>
                    <a:pt x="293" y="240"/>
                    <a:pt x="293" y="240"/>
                  </a:cubicBezTo>
                  <a:cubicBezTo>
                    <a:pt x="249" y="240"/>
                    <a:pt x="249" y="240"/>
                    <a:pt x="249" y="240"/>
                  </a:cubicBezTo>
                  <a:cubicBezTo>
                    <a:pt x="249" y="346"/>
                    <a:pt x="249" y="346"/>
                    <a:pt x="249" y="346"/>
                  </a:cubicBezTo>
                  <a:cubicBezTo>
                    <a:pt x="213" y="346"/>
                    <a:pt x="213" y="346"/>
                    <a:pt x="213" y="346"/>
                  </a:cubicBezTo>
                  <a:cubicBezTo>
                    <a:pt x="213" y="240"/>
                    <a:pt x="213" y="240"/>
                    <a:pt x="213" y="240"/>
                  </a:cubicBezTo>
                  <a:cubicBezTo>
                    <a:pt x="169" y="240"/>
                    <a:pt x="169" y="240"/>
                    <a:pt x="169" y="240"/>
                  </a:cubicBezTo>
                  <a:cubicBezTo>
                    <a:pt x="169" y="195"/>
                    <a:pt x="169" y="195"/>
                    <a:pt x="169" y="195"/>
                  </a:cubicBezTo>
                  <a:cubicBezTo>
                    <a:pt x="213" y="195"/>
                    <a:pt x="213" y="195"/>
                    <a:pt x="213" y="195"/>
                  </a:cubicBezTo>
                  <a:cubicBezTo>
                    <a:pt x="213" y="178"/>
                    <a:pt x="213" y="178"/>
                    <a:pt x="213" y="178"/>
                  </a:cubicBezTo>
                  <a:cubicBezTo>
                    <a:pt x="213" y="151"/>
                    <a:pt x="230" y="125"/>
                    <a:pt x="257" y="125"/>
                  </a:cubicBezTo>
                  <a:cubicBezTo>
                    <a:pt x="293" y="125"/>
                    <a:pt x="293" y="125"/>
                    <a:pt x="293" y="125"/>
                  </a:cubicBezTo>
                  <a:lnTo>
                    <a:pt x="293" y="16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" name="Google Shape;50;p14"/>
            <p:cNvSpPr/>
            <p:nvPr/>
          </p:nvSpPr>
          <p:spPr>
            <a:xfrm>
              <a:off x="11013281" y="6450762"/>
              <a:ext cx="171823" cy="168699"/>
            </a:xfrm>
            <a:custGeom>
              <a:rect b="b" l="l" r="r" t="t"/>
              <a:pathLst>
                <a:path extrusionOk="0" h="471" w="480">
                  <a:moveTo>
                    <a:pt x="239" y="0"/>
                  </a:moveTo>
                  <a:lnTo>
                    <a:pt x="239" y="0"/>
                  </a:lnTo>
                  <a:cubicBezTo>
                    <a:pt x="107" y="0"/>
                    <a:pt x="0" y="107"/>
                    <a:pt x="0" y="231"/>
                  </a:cubicBezTo>
                  <a:cubicBezTo>
                    <a:pt x="0" y="363"/>
                    <a:pt x="107" y="470"/>
                    <a:pt x="239" y="470"/>
                  </a:cubicBezTo>
                  <a:cubicBezTo>
                    <a:pt x="372" y="470"/>
                    <a:pt x="479" y="363"/>
                    <a:pt x="479" y="231"/>
                  </a:cubicBezTo>
                  <a:cubicBezTo>
                    <a:pt x="479" y="107"/>
                    <a:pt x="372" y="0"/>
                    <a:pt x="239" y="0"/>
                  </a:cubicBezTo>
                  <a:close/>
                  <a:moveTo>
                    <a:pt x="337" y="195"/>
                  </a:moveTo>
                  <a:lnTo>
                    <a:pt x="337" y="195"/>
                  </a:lnTo>
                  <a:cubicBezTo>
                    <a:pt x="337" y="257"/>
                    <a:pt x="292" y="328"/>
                    <a:pt x="204" y="328"/>
                  </a:cubicBezTo>
                  <a:cubicBezTo>
                    <a:pt x="178" y="328"/>
                    <a:pt x="151" y="319"/>
                    <a:pt x="133" y="310"/>
                  </a:cubicBezTo>
                  <a:lnTo>
                    <a:pt x="142" y="310"/>
                  </a:lnTo>
                  <a:cubicBezTo>
                    <a:pt x="160" y="310"/>
                    <a:pt x="186" y="301"/>
                    <a:pt x="204" y="293"/>
                  </a:cubicBezTo>
                  <a:cubicBezTo>
                    <a:pt x="178" y="293"/>
                    <a:pt x="160" y="275"/>
                    <a:pt x="160" y="257"/>
                  </a:cubicBezTo>
                  <a:cubicBezTo>
                    <a:pt x="160" y="257"/>
                    <a:pt x="160" y="257"/>
                    <a:pt x="169" y="257"/>
                  </a:cubicBezTo>
                  <a:lnTo>
                    <a:pt x="178" y="257"/>
                  </a:lnTo>
                  <a:cubicBezTo>
                    <a:pt x="160" y="248"/>
                    <a:pt x="142" y="231"/>
                    <a:pt x="142" y="213"/>
                  </a:cubicBezTo>
                  <a:cubicBezTo>
                    <a:pt x="142" y="213"/>
                    <a:pt x="151" y="213"/>
                    <a:pt x="160" y="213"/>
                  </a:cubicBezTo>
                  <a:cubicBezTo>
                    <a:pt x="151" y="204"/>
                    <a:pt x="142" y="195"/>
                    <a:pt x="142" y="178"/>
                  </a:cubicBezTo>
                  <a:cubicBezTo>
                    <a:pt x="142" y="169"/>
                    <a:pt x="142" y="160"/>
                    <a:pt x="151" y="151"/>
                  </a:cubicBezTo>
                  <a:cubicBezTo>
                    <a:pt x="169" y="178"/>
                    <a:pt x="204" y="204"/>
                    <a:pt x="239" y="204"/>
                  </a:cubicBezTo>
                  <a:cubicBezTo>
                    <a:pt x="239" y="195"/>
                    <a:pt x="239" y="195"/>
                    <a:pt x="239" y="195"/>
                  </a:cubicBezTo>
                  <a:cubicBezTo>
                    <a:pt x="239" y="169"/>
                    <a:pt x="266" y="142"/>
                    <a:pt x="292" y="142"/>
                  </a:cubicBezTo>
                  <a:cubicBezTo>
                    <a:pt x="301" y="142"/>
                    <a:pt x="319" y="151"/>
                    <a:pt x="319" y="160"/>
                  </a:cubicBezTo>
                  <a:cubicBezTo>
                    <a:pt x="337" y="160"/>
                    <a:pt x="346" y="151"/>
                    <a:pt x="355" y="151"/>
                  </a:cubicBezTo>
                  <a:cubicBezTo>
                    <a:pt x="346" y="160"/>
                    <a:pt x="346" y="169"/>
                    <a:pt x="337" y="178"/>
                  </a:cubicBezTo>
                  <a:cubicBezTo>
                    <a:pt x="346" y="178"/>
                    <a:pt x="355" y="169"/>
                    <a:pt x="364" y="169"/>
                  </a:cubicBezTo>
                  <a:cubicBezTo>
                    <a:pt x="355" y="178"/>
                    <a:pt x="346" y="187"/>
                    <a:pt x="337" y="19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1" name="Google Shape;51;p14"/>
          <p:cNvSpPr txBox="1"/>
          <p:nvPr/>
        </p:nvSpPr>
        <p:spPr>
          <a:xfrm>
            <a:off x="9068373" y="6316167"/>
            <a:ext cx="2255743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pt-BR" sz="105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Copyright © AeroTech. All rights.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4"/>
          <p:cNvSpPr txBox="1"/>
          <p:nvPr/>
        </p:nvSpPr>
        <p:spPr>
          <a:xfrm>
            <a:off x="593878" y="6311195"/>
            <a:ext cx="2358872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pt-BR" sz="105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www.yourwebsite.com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3" name="Google Shape;53;p14"/>
          <p:cNvGrpSpPr/>
          <p:nvPr/>
        </p:nvGrpSpPr>
        <p:grpSpPr>
          <a:xfrm>
            <a:off x="734078" y="422428"/>
            <a:ext cx="76365" cy="127275"/>
            <a:chOff x="200026" y="88900"/>
            <a:chExt cx="104775" cy="174625"/>
          </a:xfrm>
        </p:grpSpPr>
        <p:sp>
          <p:nvSpPr>
            <p:cNvPr id="54" name="Google Shape;54;p14"/>
            <p:cNvSpPr/>
            <p:nvPr/>
          </p:nvSpPr>
          <p:spPr>
            <a:xfrm>
              <a:off x="200026" y="88900"/>
              <a:ext cx="104775" cy="174625"/>
            </a:xfrm>
            <a:custGeom>
              <a:rect b="b" l="l" r="r" t="t"/>
              <a:pathLst>
                <a:path extrusionOk="0" h="38" w="22">
                  <a:moveTo>
                    <a:pt x="22" y="38"/>
                  </a:moveTo>
                  <a:cubicBezTo>
                    <a:pt x="20" y="37"/>
                    <a:pt x="19" y="35"/>
                    <a:pt x="19" y="34"/>
                  </a:cubicBezTo>
                  <a:cubicBezTo>
                    <a:pt x="19" y="33"/>
                    <a:pt x="19" y="33"/>
                    <a:pt x="18" y="33"/>
                  </a:cubicBezTo>
                  <a:cubicBezTo>
                    <a:pt x="14" y="31"/>
                    <a:pt x="14" y="31"/>
                    <a:pt x="14" y="31"/>
                  </a:cubicBezTo>
                  <a:cubicBezTo>
                    <a:pt x="13" y="32"/>
                    <a:pt x="13" y="32"/>
                    <a:pt x="12" y="32"/>
                  </a:cubicBezTo>
                  <a:cubicBezTo>
                    <a:pt x="10" y="32"/>
                    <a:pt x="10" y="32"/>
                    <a:pt x="10" y="32"/>
                  </a:cubicBezTo>
                  <a:cubicBezTo>
                    <a:pt x="9" y="32"/>
                    <a:pt x="8" y="32"/>
                    <a:pt x="8" y="31"/>
                  </a:cubicBezTo>
                  <a:cubicBezTo>
                    <a:pt x="3" y="33"/>
                    <a:pt x="3" y="33"/>
                    <a:pt x="3" y="33"/>
                  </a:cubicBezTo>
                  <a:cubicBezTo>
                    <a:pt x="3" y="33"/>
                    <a:pt x="3" y="33"/>
                    <a:pt x="3" y="34"/>
                  </a:cubicBezTo>
                  <a:cubicBezTo>
                    <a:pt x="2" y="35"/>
                    <a:pt x="1" y="37"/>
                    <a:pt x="0" y="38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31"/>
                    <a:pt x="0" y="30"/>
                    <a:pt x="1" y="29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3" y="22"/>
                    <a:pt x="1" y="18"/>
                    <a:pt x="2" y="14"/>
                  </a:cubicBezTo>
                  <a:cubicBezTo>
                    <a:pt x="3" y="4"/>
                    <a:pt x="11" y="0"/>
                    <a:pt x="11" y="0"/>
                  </a:cubicBezTo>
                  <a:cubicBezTo>
                    <a:pt x="11" y="0"/>
                    <a:pt x="19" y="4"/>
                    <a:pt x="20" y="14"/>
                  </a:cubicBezTo>
                  <a:cubicBezTo>
                    <a:pt x="20" y="18"/>
                    <a:pt x="19" y="22"/>
                    <a:pt x="18" y="25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21" y="30"/>
                    <a:pt x="22" y="31"/>
                    <a:pt x="22" y="32"/>
                  </a:cubicBezTo>
                  <a:lnTo>
                    <a:pt x="22" y="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55;p14"/>
            <p:cNvSpPr/>
            <p:nvPr/>
          </p:nvSpPr>
          <p:spPr>
            <a:xfrm>
              <a:off x="235744" y="125413"/>
              <a:ext cx="33338" cy="317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" name="Google Shape;56;p14"/>
          <p:cNvGrpSpPr/>
          <p:nvPr/>
        </p:nvGrpSpPr>
        <p:grpSpPr>
          <a:xfrm>
            <a:off x="673421" y="374929"/>
            <a:ext cx="197682" cy="225745"/>
            <a:chOff x="-4187825" y="2076450"/>
            <a:chExt cx="3522662" cy="4022725"/>
          </a:xfrm>
        </p:grpSpPr>
        <p:sp>
          <p:nvSpPr>
            <p:cNvPr id="57" name="Google Shape;57;p14"/>
            <p:cNvSpPr/>
            <p:nvPr/>
          </p:nvSpPr>
          <p:spPr>
            <a:xfrm>
              <a:off x="-4187825" y="2076450"/>
              <a:ext cx="1671637" cy="1920875"/>
            </a:xfrm>
            <a:custGeom>
              <a:rect b="b" l="l" r="r" t="t"/>
              <a:pathLst>
                <a:path extrusionOk="0" h="8467" w="7373">
                  <a:moveTo>
                    <a:pt x="0" y="8467"/>
                  </a:moveTo>
                  <a:lnTo>
                    <a:pt x="1275" y="8467"/>
                  </a:lnTo>
                  <a:lnTo>
                    <a:pt x="1275" y="5156"/>
                  </a:lnTo>
                  <a:lnTo>
                    <a:pt x="7337" y="1656"/>
                  </a:lnTo>
                  <a:lnTo>
                    <a:pt x="7373" y="0"/>
                  </a:lnTo>
                  <a:lnTo>
                    <a:pt x="0" y="4256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58;p14"/>
            <p:cNvSpPr/>
            <p:nvPr/>
          </p:nvSpPr>
          <p:spPr>
            <a:xfrm>
              <a:off x="-2336800" y="2076450"/>
              <a:ext cx="1671637" cy="1920875"/>
            </a:xfrm>
            <a:custGeom>
              <a:rect b="b" l="l" r="r" t="t"/>
              <a:pathLst>
                <a:path extrusionOk="0" h="8467" w="7373">
                  <a:moveTo>
                    <a:pt x="7373" y="8467"/>
                  </a:moveTo>
                  <a:lnTo>
                    <a:pt x="6098" y="8467"/>
                  </a:lnTo>
                  <a:lnTo>
                    <a:pt x="6098" y="5156"/>
                  </a:lnTo>
                  <a:lnTo>
                    <a:pt x="36" y="1656"/>
                  </a:lnTo>
                  <a:lnTo>
                    <a:pt x="0" y="0"/>
                  </a:lnTo>
                  <a:lnTo>
                    <a:pt x="7373" y="4256"/>
                  </a:lnTo>
                  <a:lnTo>
                    <a:pt x="7373" y="846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59;p14"/>
            <p:cNvSpPr/>
            <p:nvPr/>
          </p:nvSpPr>
          <p:spPr>
            <a:xfrm>
              <a:off x="-4187825" y="4178300"/>
              <a:ext cx="1671637" cy="1920875"/>
            </a:xfrm>
            <a:custGeom>
              <a:rect b="b" l="l" r="r" t="t"/>
              <a:pathLst>
                <a:path extrusionOk="0" h="8467" w="7373">
                  <a:moveTo>
                    <a:pt x="0" y="0"/>
                  </a:moveTo>
                  <a:lnTo>
                    <a:pt x="1275" y="0"/>
                  </a:lnTo>
                  <a:lnTo>
                    <a:pt x="1275" y="3311"/>
                  </a:lnTo>
                  <a:lnTo>
                    <a:pt x="7337" y="6811"/>
                  </a:lnTo>
                  <a:lnTo>
                    <a:pt x="7373" y="8467"/>
                  </a:lnTo>
                  <a:lnTo>
                    <a:pt x="0" y="42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60;p14"/>
            <p:cNvSpPr/>
            <p:nvPr/>
          </p:nvSpPr>
          <p:spPr>
            <a:xfrm>
              <a:off x="-2336800" y="4178300"/>
              <a:ext cx="1671637" cy="1920875"/>
            </a:xfrm>
            <a:custGeom>
              <a:rect b="b" l="l" r="r" t="t"/>
              <a:pathLst>
                <a:path extrusionOk="0" h="8467" w="7373">
                  <a:moveTo>
                    <a:pt x="7373" y="0"/>
                  </a:moveTo>
                  <a:lnTo>
                    <a:pt x="6098" y="0"/>
                  </a:lnTo>
                  <a:lnTo>
                    <a:pt x="6098" y="3311"/>
                  </a:lnTo>
                  <a:lnTo>
                    <a:pt x="36" y="6811"/>
                  </a:lnTo>
                  <a:lnTo>
                    <a:pt x="0" y="8467"/>
                  </a:lnTo>
                  <a:lnTo>
                    <a:pt x="7373" y="4211"/>
                  </a:lnTo>
                  <a:lnTo>
                    <a:pt x="737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1" name="Google Shape;61;p14"/>
          <p:cNvSpPr txBox="1"/>
          <p:nvPr/>
        </p:nvSpPr>
        <p:spPr>
          <a:xfrm>
            <a:off x="878345" y="349302"/>
            <a:ext cx="154882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pt-B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AEROTECH</a:t>
            </a:r>
            <a:endParaRPr b="0" i="1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>
  <p:cSld name="Picture with Caption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15"/>
          <p:cNvGrpSpPr/>
          <p:nvPr/>
        </p:nvGrpSpPr>
        <p:grpSpPr>
          <a:xfrm>
            <a:off x="8172564" y="529707"/>
            <a:ext cx="2689300" cy="5433840"/>
            <a:chOff x="7106980" y="1143000"/>
            <a:chExt cx="2602174" cy="5257800"/>
          </a:xfrm>
        </p:grpSpPr>
        <p:sp>
          <p:nvSpPr>
            <p:cNvPr id="64" name="Google Shape;64;p15"/>
            <p:cNvSpPr/>
            <p:nvPr/>
          </p:nvSpPr>
          <p:spPr>
            <a:xfrm>
              <a:off x="7143837" y="1143000"/>
              <a:ext cx="2529317" cy="5257800"/>
            </a:xfrm>
            <a:prstGeom prst="roundRect">
              <a:avLst>
                <a:gd fmla="val 13869" name="adj"/>
              </a:avLst>
            </a:prstGeom>
            <a:gradFill>
              <a:gsLst>
                <a:gs pos="0">
                  <a:schemeClr val="lt1"/>
                </a:gs>
                <a:gs pos="39000">
                  <a:srgbClr val="F2F2F2"/>
                </a:gs>
                <a:gs pos="100000">
                  <a:srgbClr val="D8D8D8"/>
                </a:gs>
              </a:gsLst>
              <a:lin ang="2700000" scaled="0"/>
            </a:gradFill>
            <a:ln>
              <a:noFill/>
            </a:ln>
            <a:effectLst>
              <a:outerShdw blurRad="787400" sx="89000" rotWithShape="0" algn="ctr" sy="89000">
                <a:srgbClr val="000000">
                  <a:alpha val="31372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" name="Google Shape;65;p15"/>
            <p:cNvSpPr/>
            <p:nvPr/>
          </p:nvSpPr>
          <p:spPr>
            <a:xfrm rot="5400000">
              <a:off x="7016980" y="1918800"/>
              <a:ext cx="216000" cy="36000"/>
            </a:xfrm>
            <a:prstGeom prst="round2SameRect">
              <a:avLst>
                <a:gd fmla="val 0" name="adj1"/>
                <a:gd fmla="val 32813" name="adj2"/>
              </a:avLst>
            </a:prstGeom>
            <a:solidFill>
              <a:srgbClr val="6D738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" name="Google Shape;66;p15"/>
            <p:cNvSpPr/>
            <p:nvPr/>
          </p:nvSpPr>
          <p:spPr>
            <a:xfrm rot="5400000">
              <a:off x="6926980" y="2920125"/>
              <a:ext cx="396000" cy="36000"/>
            </a:xfrm>
            <a:prstGeom prst="round2SameRect">
              <a:avLst>
                <a:gd fmla="val 0" name="adj1"/>
                <a:gd fmla="val 32813" name="adj2"/>
              </a:avLst>
            </a:prstGeom>
            <a:solidFill>
              <a:srgbClr val="6D738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" name="Google Shape;67;p15"/>
            <p:cNvSpPr/>
            <p:nvPr/>
          </p:nvSpPr>
          <p:spPr>
            <a:xfrm rot="5400000">
              <a:off x="6926980" y="2439808"/>
              <a:ext cx="396000" cy="36000"/>
            </a:xfrm>
            <a:prstGeom prst="round2SameRect">
              <a:avLst>
                <a:gd fmla="val 0" name="adj1"/>
                <a:gd fmla="val 32813" name="adj2"/>
              </a:avLst>
            </a:prstGeom>
            <a:solidFill>
              <a:srgbClr val="6D738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" name="Google Shape;68;p15"/>
            <p:cNvSpPr/>
            <p:nvPr/>
          </p:nvSpPr>
          <p:spPr>
            <a:xfrm flipH="1" rot="-5400000">
              <a:off x="9493154" y="2439808"/>
              <a:ext cx="396000" cy="36000"/>
            </a:xfrm>
            <a:prstGeom prst="round2SameRect">
              <a:avLst>
                <a:gd fmla="val 0" name="adj1"/>
                <a:gd fmla="val 32813" name="adj2"/>
              </a:avLst>
            </a:prstGeom>
            <a:solidFill>
              <a:srgbClr val="6D738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9" name="Google Shape;69;p15"/>
          <p:cNvSpPr/>
          <p:nvPr>
            <p:ph idx="2" type="pic"/>
          </p:nvPr>
        </p:nvSpPr>
        <p:spPr>
          <a:xfrm>
            <a:off x="8337330" y="672049"/>
            <a:ext cx="2360654" cy="5149155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grpSp>
        <p:nvGrpSpPr>
          <p:cNvPr id="70" name="Google Shape;70;p15"/>
          <p:cNvGrpSpPr/>
          <p:nvPr/>
        </p:nvGrpSpPr>
        <p:grpSpPr>
          <a:xfrm rot="5400000">
            <a:off x="-3281684" y="311783"/>
            <a:ext cx="6234434" cy="6234434"/>
            <a:chOff x="-3281684" y="311783"/>
            <a:chExt cx="6234434" cy="6234434"/>
          </a:xfrm>
        </p:grpSpPr>
        <p:sp>
          <p:nvSpPr>
            <p:cNvPr id="71" name="Google Shape;71;p15"/>
            <p:cNvSpPr/>
            <p:nvPr/>
          </p:nvSpPr>
          <p:spPr>
            <a:xfrm>
              <a:off x="1536600" y="4497904"/>
              <a:ext cx="181369" cy="181369"/>
            </a:xfrm>
            <a:prstGeom prst="ellipse">
              <a:avLst/>
            </a:prstGeom>
            <a:solidFill>
              <a:schemeClr val="accent4">
                <a:alpha val="4745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" name="Google Shape;72;p15"/>
            <p:cNvSpPr/>
            <p:nvPr/>
          </p:nvSpPr>
          <p:spPr>
            <a:xfrm>
              <a:off x="1672329" y="2421971"/>
              <a:ext cx="205223" cy="205223"/>
            </a:xfrm>
            <a:prstGeom prst="ellipse">
              <a:avLst/>
            </a:prstGeom>
            <a:solidFill>
              <a:srgbClr val="2246FE">
                <a:alpha val="8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" name="Google Shape;73;p15"/>
            <p:cNvSpPr/>
            <p:nvPr/>
          </p:nvSpPr>
          <p:spPr>
            <a:xfrm>
              <a:off x="-2889106" y="704361"/>
              <a:ext cx="5449278" cy="5449278"/>
            </a:xfrm>
            <a:prstGeom prst="ellipse">
              <a:avLst/>
            </a:prstGeom>
            <a:noFill/>
            <a:ln cap="flat" cmpd="sng" w="12700">
              <a:solidFill>
                <a:srgbClr val="D8D8D8">
                  <a:alpha val="1333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" name="Google Shape;74;p15"/>
            <p:cNvSpPr/>
            <p:nvPr/>
          </p:nvSpPr>
          <p:spPr>
            <a:xfrm>
              <a:off x="-3281684" y="311783"/>
              <a:ext cx="6234434" cy="6234434"/>
            </a:xfrm>
            <a:prstGeom prst="ellipse">
              <a:avLst/>
            </a:prstGeom>
            <a:noFill/>
            <a:ln cap="flat" cmpd="sng" w="12700">
              <a:solidFill>
                <a:srgbClr val="D8D8D8">
                  <a:alpha val="1333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" name="Google Shape;75;p15"/>
            <p:cNvSpPr/>
            <p:nvPr/>
          </p:nvSpPr>
          <p:spPr>
            <a:xfrm>
              <a:off x="-2309097" y="1284370"/>
              <a:ext cx="4289259" cy="4289259"/>
            </a:xfrm>
            <a:prstGeom prst="ellipse">
              <a:avLst/>
            </a:prstGeom>
            <a:noFill/>
            <a:ln cap="flat" cmpd="sng" w="12700">
              <a:solidFill>
                <a:srgbClr val="D8D8D8">
                  <a:alpha val="1333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" name="Google Shape;76;p15"/>
            <p:cNvSpPr/>
            <p:nvPr/>
          </p:nvSpPr>
          <p:spPr>
            <a:xfrm>
              <a:off x="-1784708" y="1808759"/>
              <a:ext cx="3240481" cy="3240481"/>
            </a:xfrm>
            <a:prstGeom prst="ellipse">
              <a:avLst/>
            </a:prstGeom>
            <a:noFill/>
            <a:ln cap="flat" cmpd="sng" w="12700">
              <a:solidFill>
                <a:srgbClr val="D8D8D8">
                  <a:alpha val="1333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" name="Google Shape;77;p15"/>
            <p:cNvSpPr/>
            <p:nvPr/>
          </p:nvSpPr>
          <p:spPr>
            <a:xfrm>
              <a:off x="1774941" y="1518036"/>
              <a:ext cx="205223" cy="205223"/>
            </a:xfrm>
            <a:prstGeom prst="ellipse">
              <a:avLst/>
            </a:prstGeom>
            <a:solidFill>
              <a:srgbClr val="2246FE">
                <a:alpha val="8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" name="Google Shape;78;p15"/>
            <p:cNvSpPr/>
            <p:nvPr/>
          </p:nvSpPr>
          <p:spPr>
            <a:xfrm>
              <a:off x="-2970318" y="2972449"/>
              <a:ext cx="205223" cy="205223"/>
            </a:xfrm>
            <a:prstGeom prst="ellipse">
              <a:avLst/>
            </a:prstGeom>
            <a:solidFill>
              <a:srgbClr val="2246FE">
                <a:alpha val="8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" name="Google Shape;79;p15"/>
            <p:cNvSpPr/>
            <p:nvPr/>
          </p:nvSpPr>
          <p:spPr>
            <a:xfrm>
              <a:off x="-2154023" y="2314614"/>
              <a:ext cx="205223" cy="205223"/>
            </a:xfrm>
            <a:prstGeom prst="ellipse">
              <a:avLst/>
            </a:prstGeom>
            <a:solidFill>
              <a:srgbClr val="2246FE">
                <a:alpha val="8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" name="Google Shape;80;p15"/>
            <p:cNvSpPr/>
            <p:nvPr/>
          </p:nvSpPr>
          <p:spPr>
            <a:xfrm>
              <a:off x="-2647629" y="4721494"/>
              <a:ext cx="205223" cy="205223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rgbClr val="D8D8D8">
                  <a:alpha val="1333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" name="Google Shape;81;p15"/>
            <p:cNvSpPr/>
            <p:nvPr/>
          </p:nvSpPr>
          <p:spPr>
            <a:xfrm>
              <a:off x="-656338" y="4895578"/>
              <a:ext cx="181369" cy="181369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rgbClr val="D8D8D8">
                  <a:alpha val="1333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2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Custom Layout">
  <p:cSld name="13_Custom Layou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/>
          <p:nvPr>
            <p:ph idx="2" type="pic"/>
          </p:nvPr>
        </p:nvSpPr>
        <p:spPr>
          <a:xfrm>
            <a:off x="5260657" y="1716964"/>
            <a:ext cx="4480306" cy="2813479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2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Custom Layout">
  <p:cSld name="10_Custom Layou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/>
          <p:nvPr>
            <p:ph idx="2" type="pic"/>
          </p:nvPr>
        </p:nvSpPr>
        <p:spPr>
          <a:xfrm>
            <a:off x="4433219" y="1723573"/>
            <a:ext cx="3325564" cy="2367116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86" name="Google Shape;86;p17"/>
          <p:cNvSpPr/>
          <p:nvPr>
            <p:ph idx="3" type="pic"/>
          </p:nvPr>
        </p:nvSpPr>
        <p:spPr>
          <a:xfrm>
            <a:off x="7962511" y="1723573"/>
            <a:ext cx="3325564" cy="2367116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87" name="Google Shape;87;p17"/>
          <p:cNvSpPr/>
          <p:nvPr>
            <p:ph idx="4" type="pic"/>
          </p:nvPr>
        </p:nvSpPr>
        <p:spPr>
          <a:xfrm>
            <a:off x="903927" y="1723573"/>
            <a:ext cx="3325564" cy="2367116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Custom Layout">
  <p:cSld name="12_Custom Layou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/>
          <p:nvPr>
            <p:ph idx="2" type="pic"/>
          </p:nvPr>
        </p:nvSpPr>
        <p:spPr>
          <a:xfrm>
            <a:off x="3967455" y="2903970"/>
            <a:ext cx="1578036" cy="1578036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90" name="Google Shape;90;p18"/>
          <p:cNvSpPr/>
          <p:nvPr>
            <p:ph idx="3" type="pic"/>
          </p:nvPr>
        </p:nvSpPr>
        <p:spPr>
          <a:xfrm>
            <a:off x="6614043" y="1982444"/>
            <a:ext cx="1578036" cy="1578036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91" name="Google Shape;91;p18"/>
          <p:cNvSpPr/>
          <p:nvPr>
            <p:ph idx="4" type="pic"/>
          </p:nvPr>
        </p:nvSpPr>
        <p:spPr>
          <a:xfrm>
            <a:off x="9292050" y="2903970"/>
            <a:ext cx="1578036" cy="1578036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92" name="Google Shape;92;p18"/>
          <p:cNvSpPr/>
          <p:nvPr>
            <p:ph idx="5" type="pic"/>
          </p:nvPr>
        </p:nvSpPr>
        <p:spPr>
          <a:xfrm>
            <a:off x="1289448" y="1982444"/>
            <a:ext cx="1578036" cy="1578036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3" presetSubtype="16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/>
          <p:nvPr>
            <p:ph idx="2" type="pic"/>
          </p:nvPr>
        </p:nvSpPr>
        <p:spPr>
          <a:xfrm>
            <a:off x="0" y="1577277"/>
            <a:ext cx="6533650" cy="4284727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5_Custom Layout" showMasterSp="0">
  <p:cSld name="25_Custom Layout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/>
          <p:nvPr/>
        </p:nvSpPr>
        <p:spPr>
          <a:xfrm rot="5400000">
            <a:off x="0" y="0"/>
            <a:ext cx="6096000" cy="6096000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7" name="Google Shape;97;p20"/>
          <p:cNvGrpSpPr/>
          <p:nvPr/>
        </p:nvGrpSpPr>
        <p:grpSpPr>
          <a:xfrm rot="5400000">
            <a:off x="-2431565" y="703218"/>
            <a:ext cx="4911266" cy="4911266"/>
            <a:chOff x="-3281684" y="311783"/>
            <a:chExt cx="6234434" cy="6234434"/>
          </a:xfrm>
        </p:grpSpPr>
        <p:sp>
          <p:nvSpPr>
            <p:cNvPr id="98" name="Google Shape;98;p20"/>
            <p:cNvSpPr/>
            <p:nvPr/>
          </p:nvSpPr>
          <p:spPr>
            <a:xfrm>
              <a:off x="1672329" y="2421971"/>
              <a:ext cx="205223" cy="205223"/>
            </a:xfrm>
            <a:prstGeom prst="ellipse">
              <a:avLst/>
            </a:prstGeom>
            <a:solidFill>
              <a:srgbClr val="2246FE">
                <a:alpha val="75294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20"/>
            <p:cNvSpPr/>
            <p:nvPr/>
          </p:nvSpPr>
          <p:spPr>
            <a:xfrm>
              <a:off x="-2889106" y="704361"/>
              <a:ext cx="5449278" cy="5449278"/>
            </a:xfrm>
            <a:prstGeom prst="ellipse">
              <a:avLst/>
            </a:prstGeom>
            <a:noFill/>
            <a:ln cap="flat" cmpd="sng" w="12700">
              <a:solidFill>
                <a:srgbClr val="D8D8D8">
                  <a:alpha val="1333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20"/>
            <p:cNvSpPr/>
            <p:nvPr/>
          </p:nvSpPr>
          <p:spPr>
            <a:xfrm>
              <a:off x="-3281684" y="311783"/>
              <a:ext cx="6234434" cy="6234434"/>
            </a:xfrm>
            <a:prstGeom prst="ellipse">
              <a:avLst/>
            </a:prstGeom>
            <a:noFill/>
            <a:ln cap="flat" cmpd="sng" w="12700">
              <a:solidFill>
                <a:srgbClr val="D8D8D8">
                  <a:alpha val="1333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20"/>
            <p:cNvSpPr/>
            <p:nvPr/>
          </p:nvSpPr>
          <p:spPr>
            <a:xfrm>
              <a:off x="-2309097" y="1284370"/>
              <a:ext cx="4289259" cy="4289259"/>
            </a:xfrm>
            <a:prstGeom prst="ellipse">
              <a:avLst/>
            </a:prstGeom>
            <a:noFill/>
            <a:ln cap="flat" cmpd="sng" w="12700">
              <a:solidFill>
                <a:srgbClr val="D8D8D8">
                  <a:alpha val="1333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20"/>
            <p:cNvSpPr/>
            <p:nvPr/>
          </p:nvSpPr>
          <p:spPr>
            <a:xfrm>
              <a:off x="-1784708" y="1808759"/>
              <a:ext cx="3240481" cy="3240481"/>
            </a:xfrm>
            <a:prstGeom prst="ellipse">
              <a:avLst/>
            </a:prstGeom>
            <a:noFill/>
            <a:ln cap="flat" cmpd="sng" w="12700">
              <a:solidFill>
                <a:srgbClr val="D8D8D8">
                  <a:alpha val="1333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20"/>
            <p:cNvSpPr/>
            <p:nvPr/>
          </p:nvSpPr>
          <p:spPr>
            <a:xfrm>
              <a:off x="1774941" y="1518036"/>
              <a:ext cx="205223" cy="205223"/>
            </a:xfrm>
            <a:prstGeom prst="ellipse">
              <a:avLst/>
            </a:prstGeom>
            <a:solidFill>
              <a:schemeClr val="accent4">
                <a:alpha val="75294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0"/>
            <p:cNvSpPr/>
            <p:nvPr/>
          </p:nvSpPr>
          <p:spPr>
            <a:xfrm>
              <a:off x="-2970318" y="2972449"/>
              <a:ext cx="205223" cy="205223"/>
            </a:xfrm>
            <a:prstGeom prst="ellipse">
              <a:avLst/>
            </a:prstGeom>
            <a:solidFill>
              <a:srgbClr val="2246FE">
                <a:alpha val="75294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0"/>
            <p:cNvSpPr/>
            <p:nvPr/>
          </p:nvSpPr>
          <p:spPr>
            <a:xfrm>
              <a:off x="-2154023" y="2314614"/>
              <a:ext cx="205223" cy="205223"/>
            </a:xfrm>
            <a:prstGeom prst="ellipse">
              <a:avLst/>
            </a:prstGeom>
            <a:solidFill>
              <a:srgbClr val="2246FE">
                <a:alpha val="75294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6" name="Google Shape;106;p20"/>
          <p:cNvSpPr/>
          <p:nvPr>
            <p:ph idx="2" type="pic"/>
          </p:nvPr>
        </p:nvSpPr>
        <p:spPr>
          <a:xfrm>
            <a:off x="3607640" y="1522431"/>
            <a:ext cx="1871908" cy="4083082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07" name="Google Shape;107;p20"/>
          <p:cNvSpPr/>
          <p:nvPr>
            <p:ph idx="3" type="pic"/>
          </p:nvPr>
        </p:nvSpPr>
        <p:spPr>
          <a:xfrm>
            <a:off x="1293355" y="1090854"/>
            <a:ext cx="2267625" cy="4946234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08" name="Google Shape;108;p20"/>
          <p:cNvSpPr/>
          <p:nvPr/>
        </p:nvSpPr>
        <p:spPr>
          <a:xfrm>
            <a:off x="8794982" y="6304845"/>
            <a:ext cx="3397018" cy="260266"/>
          </a:xfrm>
          <a:custGeom>
            <a:rect b="b" l="l" r="r" t="t"/>
            <a:pathLst>
              <a:path extrusionOk="0" h="260266" w="3397018">
                <a:moveTo>
                  <a:pt x="203200" y="0"/>
                </a:moveTo>
                <a:lnTo>
                  <a:pt x="3397018" y="5745"/>
                </a:lnTo>
                <a:lnTo>
                  <a:pt x="3397018" y="260266"/>
                </a:lnTo>
                <a:lnTo>
                  <a:pt x="0" y="260266"/>
                </a:lnTo>
                <a:lnTo>
                  <a:pt x="203200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  <a:effectLst>
            <a:outerShdw blurRad="139700" rotWithShape="0" algn="t" dir="5400000" dist="25400">
              <a:srgbClr val="000000">
                <a:alpha val="1254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0"/>
          <p:cNvSpPr txBox="1"/>
          <p:nvPr/>
        </p:nvSpPr>
        <p:spPr>
          <a:xfrm flipH="1">
            <a:off x="9442630" y="178589"/>
            <a:ext cx="2438505" cy="1015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fld id="{00000000-1234-1234-1234-123412341234}" type="slidenum">
              <a:rPr b="1" i="0" lang="pt-BR" sz="6000" u="none" cap="none" strike="noStrik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 b="1" i="0" sz="28700" u="none" cap="none" strike="noStrike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110" name="Google Shape;110;p20"/>
          <p:cNvGrpSpPr/>
          <p:nvPr/>
        </p:nvGrpSpPr>
        <p:grpSpPr>
          <a:xfrm>
            <a:off x="11382986" y="6368578"/>
            <a:ext cx="498149" cy="125003"/>
            <a:chOff x="11013281" y="6450762"/>
            <a:chExt cx="672285" cy="168699"/>
          </a:xfrm>
        </p:grpSpPr>
        <p:sp>
          <p:nvSpPr>
            <p:cNvPr id="111" name="Google Shape;111;p20"/>
            <p:cNvSpPr/>
            <p:nvPr/>
          </p:nvSpPr>
          <p:spPr>
            <a:xfrm>
              <a:off x="11514784" y="6450762"/>
              <a:ext cx="170782" cy="168699"/>
            </a:xfrm>
            <a:custGeom>
              <a:rect b="b" l="l" r="r" t="t"/>
              <a:pathLst>
                <a:path extrusionOk="0" h="471" w="479">
                  <a:moveTo>
                    <a:pt x="212" y="169"/>
                  </a:moveTo>
                  <a:lnTo>
                    <a:pt x="212" y="169"/>
                  </a:lnTo>
                  <a:cubicBezTo>
                    <a:pt x="212" y="142"/>
                    <a:pt x="203" y="142"/>
                    <a:pt x="185" y="142"/>
                  </a:cubicBezTo>
                  <a:cubicBezTo>
                    <a:pt x="185" y="142"/>
                    <a:pt x="185" y="142"/>
                    <a:pt x="177" y="142"/>
                  </a:cubicBezTo>
                  <a:cubicBezTo>
                    <a:pt x="177" y="142"/>
                    <a:pt x="168" y="151"/>
                    <a:pt x="168" y="160"/>
                  </a:cubicBezTo>
                  <a:cubicBezTo>
                    <a:pt x="159" y="160"/>
                    <a:pt x="159" y="169"/>
                    <a:pt x="168" y="187"/>
                  </a:cubicBezTo>
                  <a:cubicBezTo>
                    <a:pt x="168" y="195"/>
                    <a:pt x="185" y="213"/>
                    <a:pt x="194" y="213"/>
                  </a:cubicBezTo>
                  <a:cubicBezTo>
                    <a:pt x="194" y="213"/>
                    <a:pt x="194" y="213"/>
                    <a:pt x="203" y="213"/>
                  </a:cubicBezTo>
                  <a:cubicBezTo>
                    <a:pt x="212" y="204"/>
                    <a:pt x="221" y="187"/>
                    <a:pt x="212" y="169"/>
                  </a:cubicBezTo>
                  <a:close/>
                  <a:moveTo>
                    <a:pt x="238" y="0"/>
                  </a:moveTo>
                  <a:lnTo>
                    <a:pt x="238" y="0"/>
                  </a:lnTo>
                  <a:cubicBezTo>
                    <a:pt x="106" y="0"/>
                    <a:pt x="0" y="107"/>
                    <a:pt x="0" y="231"/>
                  </a:cubicBezTo>
                  <a:cubicBezTo>
                    <a:pt x="0" y="363"/>
                    <a:pt x="106" y="470"/>
                    <a:pt x="238" y="470"/>
                  </a:cubicBezTo>
                  <a:cubicBezTo>
                    <a:pt x="372" y="470"/>
                    <a:pt x="478" y="363"/>
                    <a:pt x="478" y="231"/>
                  </a:cubicBezTo>
                  <a:cubicBezTo>
                    <a:pt x="478" y="107"/>
                    <a:pt x="372" y="0"/>
                    <a:pt x="238" y="0"/>
                  </a:cubicBezTo>
                  <a:close/>
                  <a:moveTo>
                    <a:pt x="221" y="338"/>
                  </a:moveTo>
                  <a:lnTo>
                    <a:pt x="221" y="338"/>
                  </a:lnTo>
                  <a:cubicBezTo>
                    <a:pt x="212" y="346"/>
                    <a:pt x="194" y="346"/>
                    <a:pt x="185" y="346"/>
                  </a:cubicBezTo>
                  <a:cubicBezTo>
                    <a:pt x="177" y="346"/>
                    <a:pt x="124" y="346"/>
                    <a:pt x="124" y="301"/>
                  </a:cubicBezTo>
                  <a:cubicBezTo>
                    <a:pt x="124" y="257"/>
                    <a:pt x="177" y="248"/>
                    <a:pt x="194" y="248"/>
                  </a:cubicBezTo>
                  <a:cubicBezTo>
                    <a:pt x="185" y="240"/>
                    <a:pt x="185" y="231"/>
                    <a:pt x="185" y="231"/>
                  </a:cubicBezTo>
                  <a:cubicBezTo>
                    <a:pt x="177" y="231"/>
                    <a:pt x="168" y="222"/>
                    <a:pt x="159" y="222"/>
                  </a:cubicBezTo>
                  <a:cubicBezTo>
                    <a:pt x="141" y="213"/>
                    <a:pt x="141" y="195"/>
                    <a:pt x="141" y="178"/>
                  </a:cubicBezTo>
                  <a:cubicBezTo>
                    <a:pt x="141" y="125"/>
                    <a:pt x="194" y="125"/>
                    <a:pt x="194" y="125"/>
                  </a:cubicBezTo>
                  <a:cubicBezTo>
                    <a:pt x="256" y="125"/>
                    <a:pt x="256" y="125"/>
                    <a:pt x="256" y="125"/>
                  </a:cubicBezTo>
                  <a:cubicBezTo>
                    <a:pt x="256" y="134"/>
                    <a:pt x="238" y="134"/>
                    <a:pt x="238" y="134"/>
                  </a:cubicBezTo>
                  <a:cubicBezTo>
                    <a:pt x="230" y="134"/>
                    <a:pt x="230" y="134"/>
                    <a:pt x="221" y="134"/>
                  </a:cubicBezTo>
                  <a:cubicBezTo>
                    <a:pt x="238" y="142"/>
                    <a:pt x="238" y="160"/>
                    <a:pt x="238" y="178"/>
                  </a:cubicBezTo>
                  <a:cubicBezTo>
                    <a:pt x="238" y="195"/>
                    <a:pt x="230" y="204"/>
                    <a:pt x="230" y="213"/>
                  </a:cubicBezTo>
                  <a:cubicBezTo>
                    <a:pt x="221" y="222"/>
                    <a:pt x="212" y="222"/>
                    <a:pt x="212" y="231"/>
                  </a:cubicBezTo>
                  <a:cubicBezTo>
                    <a:pt x="212" y="231"/>
                    <a:pt x="221" y="240"/>
                    <a:pt x="230" y="240"/>
                  </a:cubicBezTo>
                  <a:cubicBezTo>
                    <a:pt x="238" y="248"/>
                    <a:pt x="256" y="266"/>
                    <a:pt x="256" y="284"/>
                  </a:cubicBezTo>
                  <a:cubicBezTo>
                    <a:pt x="256" y="310"/>
                    <a:pt x="247" y="328"/>
                    <a:pt x="221" y="338"/>
                  </a:cubicBezTo>
                  <a:close/>
                  <a:moveTo>
                    <a:pt x="354" y="231"/>
                  </a:moveTo>
                  <a:lnTo>
                    <a:pt x="354" y="231"/>
                  </a:lnTo>
                  <a:cubicBezTo>
                    <a:pt x="310" y="231"/>
                    <a:pt x="310" y="231"/>
                    <a:pt x="310" y="231"/>
                  </a:cubicBezTo>
                  <a:cubicBezTo>
                    <a:pt x="310" y="275"/>
                    <a:pt x="310" y="275"/>
                    <a:pt x="310" y="275"/>
                  </a:cubicBezTo>
                  <a:cubicBezTo>
                    <a:pt x="291" y="275"/>
                    <a:pt x="291" y="275"/>
                    <a:pt x="291" y="275"/>
                  </a:cubicBezTo>
                  <a:cubicBezTo>
                    <a:pt x="291" y="231"/>
                    <a:pt x="291" y="231"/>
                    <a:pt x="291" y="231"/>
                  </a:cubicBezTo>
                  <a:cubicBezTo>
                    <a:pt x="256" y="231"/>
                    <a:pt x="256" y="231"/>
                    <a:pt x="256" y="231"/>
                  </a:cubicBezTo>
                  <a:cubicBezTo>
                    <a:pt x="256" y="213"/>
                    <a:pt x="256" y="213"/>
                    <a:pt x="256" y="213"/>
                  </a:cubicBezTo>
                  <a:cubicBezTo>
                    <a:pt x="291" y="213"/>
                    <a:pt x="291" y="213"/>
                    <a:pt x="291" y="213"/>
                  </a:cubicBezTo>
                  <a:cubicBezTo>
                    <a:pt x="291" y="169"/>
                    <a:pt x="291" y="169"/>
                    <a:pt x="291" y="169"/>
                  </a:cubicBezTo>
                  <a:cubicBezTo>
                    <a:pt x="310" y="169"/>
                    <a:pt x="310" y="169"/>
                    <a:pt x="310" y="169"/>
                  </a:cubicBezTo>
                  <a:cubicBezTo>
                    <a:pt x="310" y="213"/>
                    <a:pt x="310" y="213"/>
                    <a:pt x="310" y="213"/>
                  </a:cubicBezTo>
                  <a:cubicBezTo>
                    <a:pt x="354" y="213"/>
                    <a:pt x="354" y="213"/>
                    <a:pt x="354" y="213"/>
                  </a:cubicBezTo>
                  <a:lnTo>
                    <a:pt x="354" y="231"/>
                  </a:lnTo>
                  <a:close/>
                  <a:moveTo>
                    <a:pt x="194" y="266"/>
                  </a:moveTo>
                  <a:lnTo>
                    <a:pt x="194" y="266"/>
                  </a:lnTo>
                  <a:cubicBezTo>
                    <a:pt x="177" y="266"/>
                    <a:pt x="168" y="266"/>
                    <a:pt x="159" y="275"/>
                  </a:cubicBezTo>
                  <a:cubicBezTo>
                    <a:pt x="159" y="284"/>
                    <a:pt x="150" y="293"/>
                    <a:pt x="150" y="301"/>
                  </a:cubicBezTo>
                  <a:cubicBezTo>
                    <a:pt x="150" y="319"/>
                    <a:pt x="168" y="328"/>
                    <a:pt x="194" y="328"/>
                  </a:cubicBezTo>
                  <a:cubicBezTo>
                    <a:pt x="221" y="319"/>
                    <a:pt x="230" y="310"/>
                    <a:pt x="230" y="293"/>
                  </a:cubicBezTo>
                  <a:cubicBezTo>
                    <a:pt x="230" y="275"/>
                    <a:pt x="212" y="266"/>
                    <a:pt x="194" y="26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20"/>
            <p:cNvSpPr/>
            <p:nvPr/>
          </p:nvSpPr>
          <p:spPr>
            <a:xfrm>
              <a:off x="11264553" y="6450762"/>
              <a:ext cx="170782" cy="168699"/>
            </a:xfrm>
            <a:custGeom>
              <a:rect b="b" l="l" r="r" t="t"/>
              <a:pathLst>
                <a:path extrusionOk="0" h="471" w="479">
                  <a:moveTo>
                    <a:pt x="240" y="0"/>
                  </a:moveTo>
                  <a:lnTo>
                    <a:pt x="240" y="0"/>
                  </a:lnTo>
                  <a:cubicBezTo>
                    <a:pt x="106" y="0"/>
                    <a:pt x="0" y="107"/>
                    <a:pt x="0" y="231"/>
                  </a:cubicBezTo>
                  <a:cubicBezTo>
                    <a:pt x="0" y="363"/>
                    <a:pt x="106" y="470"/>
                    <a:pt x="240" y="470"/>
                  </a:cubicBezTo>
                  <a:cubicBezTo>
                    <a:pt x="372" y="470"/>
                    <a:pt x="478" y="363"/>
                    <a:pt x="478" y="231"/>
                  </a:cubicBezTo>
                  <a:cubicBezTo>
                    <a:pt x="478" y="107"/>
                    <a:pt x="372" y="0"/>
                    <a:pt x="240" y="0"/>
                  </a:cubicBezTo>
                  <a:close/>
                  <a:moveTo>
                    <a:pt x="293" y="160"/>
                  </a:moveTo>
                  <a:lnTo>
                    <a:pt x="293" y="160"/>
                  </a:lnTo>
                  <a:cubicBezTo>
                    <a:pt x="257" y="160"/>
                    <a:pt x="257" y="160"/>
                    <a:pt x="257" y="160"/>
                  </a:cubicBezTo>
                  <a:cubicBezTo>
                    <a:pt x="257" y="160"/>
                    <a:pt x="249" y="169"/>
                    <a:pt x="249" y="178"/>
                  </a:cubicBezTo>
                  <a:cubicBezTo>
                    <a:pt x="249" y="195"/>
                    <a:pt x="249" y="195"/>
                    <a:pt x="249" y="195"/>
                  </a:cubicBezTo>
                  <a:cubicBezTo>
                    <a:pt x="293" y="195"/>
                    <a:pt x="293" y="195"/>
                    <a:pt x="293" y="195"/>
                  </a:cubicBezTo>
                  <a:cubicBezTo>
                    <a:pt x="293" y="240"/>
                    <a:pt x="293" y="240"/>
                    <a:pt x="293" y="240"/>
                  </a:cubicBezTo>
                  <a:cubicBezTo>
                    <a:pt x="249" y="240"/>
                    <a:pt x="249" y="240"/>
                    <a:pt x="249" y="240"/>
                  </a:cubicBezTo>
                  <a:cubicBezTo>
                    <a:pt x="249" y="346"/>
                    <a:pt x="249" y="346"/>
                    <a:pt x="249" y="346"/>
                  </a:cubicBezTo>
                  <a:cubicBezTo>
                    <a:pt x="213" y="346"/>
                    <a:pt x="213" y="346"/>
                    <a:pt x="213" y="346"/>
                  </a:cubicBezTo>
                  <a:cubicBezTo>
                    <a:pt x="213" y="240"/>
                    <a:pt x="213" y="240"/>
                    <a:pt x="213" y="240"/>
                  </a:cubicBezTo>
                  <a:cubicBezTo>
                    <a:pt x="169" y="240"/>
                    <a:pt x="169" y="240"/>
                    <a:pt x="169" y="240"/>
                  </a:cubicBezTo>
                  <a:cubicBezTo>
                    <a:pt x="169" y="195"/>
                    <a:pt x="169" y="195"/>
                    <a:pt x="169" y="195"/>
                  </a:cubicBezTo>
                  <a:cubicBezTo>
                    <a:pt x="213" y="195"/>
                    <a:pt x="213" y="195"/>
                    <a:pt x="213" y="195"/>
                  </a:cubicBezTo>
                  <a:cubicBezTo>
                    <a:pt x="213" y="178"/>
                    <a:pt x="213" y="178"/>
                    <a:pt x="213" y="178"/>
                  </a:cubicBezTo>
                  <a:cubicBezTo>
                    <a:pt x="213" y="151"/>
                    <a:pt x="230" y="125"/>
                    <a:pt x="257" y="125"/>
                  </a:cubicBezTo>
                  <a:cubicBezTo>
                    <a:pt x="293" y="125"/>
                    <a:pt x="293" y="125"/>
                    <a:pt x="293" y="125"/>
                  </a:cubicBezTo>
                  <a:lnTo>
                    <a:pt x="293" y="16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20"/>
            <p:cNvSpPr/>
            <p:nvPr/>
          </p:nvSpPr>
          <p:spPr>
            <a:xfrm>
              <a:off x="11013281" y="6450762"/>
              <a:ext cx="171823" cy="168699"/>
            </a:xfrm>
            <a:custGeom>
              <a:rect b="b" l="l" r="r" t="t"/>
              <a:pathLst>
                <a:path extrusionOk="0" h="471" w="480">
                  <a:moveTo>
                    <a:pt x="239" y="0"/>
                  </a:moveTo>
                  <a:lnTo>
                    <a:pt x="239" y="0"/>
                  </a:lnTo>
                  <a:cubicBezTo>
                    <a:pt x="107" y="0"/>
                    <a:pt x="0" y="107"/>
                    <a:pt x="0" y="231"/>
                  </a:cubicBezTo>
                  <a:cubicBezTo>
                    <a:pt x="0" y="363"/>
                    <a:pt x="107" y="470"/>
                    <a:pt x="239" y="470"/>
                  </a:cubicBezTo>
                  <a:cubicBezTo>
                    <a:pt x="372" y="470"/>
                    <a:pt x="479" y="363"/>
                    <a:pt x="479" y="231"/>
                  </a:cubicBezTo>
                  <a:cubicBezTo>
                    <a:pt x="479" y="107"/>
                    <a:pt x="372" y="0"/>
                    <a:pt x="239" y="0"/>
                  </a:cubicBezTo>
                  <a:close/>
                  <a:moveTo>
                    <a:pt x="337" y="195"/>
                  </a:moveTo>
                  <a:lnTo>
                    <a:pt x="337" y="195"/>
                  </a:lnTo>
                  <a:cubicBezTo>
                    <a:pt x="337" y="257"/>
                    <a:pt x="292" y="328"/>
                    <a:pt x="204" y="328"/>
                  </a:cubicBezTo>
                  <a:cubicBezTo>
                    <a:pt x="178" y="328"/>
                    <a:pt x="151" y="319"/>
                    <a:pt x="133" y="310"/>
                  </a:cubicBezTo>
                  <a:lnTo>
                    <a:pt x="142" y="310"/>
                  </a:lnTo>
                  <a:cubicBezTo>
                    <a:pt x="160" y="310"/>
                    <a:pt x="186" y="301"/>
                    <a:pt x="204" y="293"/>
                  </a:cubicBezTo>
                  <a:cubicBezTo>
                    <a:pt x="178" y="293"/>
                    <a:pt x="160" y="275"/>
                    <a:pt x="160" y="257"/>
                  </a:cubicBezTo>
                  <a:cubicBezTo>
                    <a:pt x="160" y="257"/>
                    <a:pt x="160" y="257"/>
                    <a:pt x="169" y="257"/>
                  </a:cubicBezTo>
                  <a:lnTo>
                    <a:pt x="178" y="257"/>
                  </a:lnTo>
                  <a:cubicBezTo>
                    <a:pt x="160" y="248"/>
                    <a:pt x="142" y="231"/>
                    <a:pt x="142" y="213"/>
                  </a:cubicBezTo>
                  <a:cubicBezTo>
                    <a:pt x="142" y="213"/>
                    <a:pt x="151" y="213"/>
                    <a:pt x="160" y="213"/>
                  </a:cubicBezTo>
                  <a:cubicBezTo>
                    <a:pt x="151" y="204"/>
                    <a:pt x="142" y="195"/>
                    <a:pt x="142" y="178"/>
                  </a:cubicBezTo>
                  <a:cubicBezTo>
                    <a:pt x="142" y="169"/>
                    <a:pt x="142" y="160"/>
                    <a:pt x="151" y="151"/>
                  </a:cubicBezTo>
                  <a:cubicBezTo>
                    <a:pt x="169" y="178"/>
                    <a:pt x="204" y="204"/>
                    <a:pt x="239" y="204"/>
                  </a:cubicBezTo>
                  <a:cubicBezTo>
                    <a:pt x="239" y="195"/>
                    <a:pt x="239" y="195"/>
                    <a:pt x="239" y="195"/>
                  </a:cubicBezTo>
                  <a:cubicBezTo>
                    <a:pt x="239" y="169"/>
                    <a:pt x="266" y="142"/>
                    <a:pt x="292" y="142"/>
                  </a:cubicBezTo>
                  <a:cubicBezTo>
                    <a:pt x="301" y="142"/>
                    <a:pt x="319" y="151"/>
                    <a:pt x="319" y="160"/>
                  </a:cubicBezTo>
                  <a:cubicBezTo>
                    <a:pt x="337" y="160"/>
                    <a:pt x="346" y="151"/>
                    <a:pt x="355" y="151"/>
                  </a:cubicBezTo>
                  <a:cubicBezTo>
                    <a:pt x="346" y="160"/>
                    <a:pt x="346" y="169"/>
                    <a:pt x="337" y="178"/>
                  </a:cubicBezTo>
                  <a:cubicBezTo>
                    <a:pt x="346" y="178"/>
                    <a:pt x="355" y="169"/>
                    <a:pt x="364" y="169"/>
                  </a:cubicBezTo>
                  <a:cubicBezTo>
                    <a:pt x="355" y="178"/>
                    <a:pt x="346" y="187"/>
                    <a:pt x="337" y="19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4" name="Google Shape;114;p20"/>
          <p:cNvSpPr txBox="1"/>
          <p:nvPr/>
        </p:nvSpPr>
        <p:spPr>
          <a:xfrm>
            <a:off x="9068373" y="6316167"/>
            <a:ext cx="2255743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pt-BR" sz="105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Copyright © AeroTech. All rights.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0"/>
          <p:cNvSpPr txBox="1"/>
          <p:nvPr/>
        </p:nvSpPr>
        <p:spPr>
          <a:xfrm>
            <a:off x="593878" y="6311195"/>
            <a:ext cx="2358872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pt-BR" sz="1050" u="none" cap="none" strike="noStrike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www.yourwebsite.com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>
  <p:cSld name="Title and Vertical Text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/>
          <p:nvPr>
            <p:ph idx="2" type="pic"/>
          </p:nvPr>
        </p:nvSpPr>
        <p:spPr>
          <a:xfrm>
            <a:off x="0" y="822298"/>
            <a:ext cx="4009327" cy="5349902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>
  <p:cSld name="Vertical Title and Text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Vertical Title and Text">
  <p:cSld name="1_Vertical Title and 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/>
          <p:nvPr>
            <p:ph idx="2" type="pic"/>
          </p:nvPr>
        </p:nvSpPr>
        <p:spPr>
          <a:xfrm>
            <a:off x="0" y="1286637"/>
            <a:ext cx="6941035" cy="4284727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Vertical Title and Text">
  <p:cSld name="2_Vertical Title and Text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4"/>
          <p:cNvSpPr/>
          <p:nvPr>
            <p:ph idx="2" type="pic"/>
          </p:nvPr>
        </p:nvSpPr>
        <p:spPr>
          <a:xfrm>
            <a:off x="6125743" y="4749377"/>
            <a:ext cx="713208" cy="713208"/>
          </a:xfrm>
          <a:prstGeom prst="rect">
            <a:avLst/>
          </a:prstGeom>
          <a:solidFill>
            <a:srgbClr val="F2F2F2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24"/>
          <p:cNvSpPr/>
          <p:nvPr>
            <p:ph idx="3" type="pic"/>
          </p:nvPr>
        </p:nvSpPr>
        <p:spPr>
          <a:xfrm>
            <a:off x="6967605" y="3672439"/>
            <a:ext cx="865914" cy="865914"/>
          </a:xfrm>
          <a:prstGeom prst="rect">
            <a:avLst/>
          </a:prstGeom>
          <a:solidFill>
            <a:srgbClr val="F2F2F2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24"/>
          <p:cNvSpPr/>
          <p:nvPr>
            <p:ph idx="4" type="pic"/>
          </p:nvPr>
        </p:nvSpPr>
        <p:spPr>
          <a:xfrm>
            <a:off x="10569387" y="3074034"/>
            <a:ext cx="700728" cy="700728"/>
          </a:xfrm>
          <a:prstGeom prst="rect">
            <a:avLst/>
          </a:prstGeom>
          <a:solidFill>
            <a:srgbClr val="F2F2F2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24"/>
          <p:cNvSpPr/>
          <p:nvPr>
            <p:ph idx="5" type="pic"/>
          </p:nvPr>
        </p:nvSpPr>
        <p:spPr>
          <a:xfrm>
            <a:off x="8767815" y="3599227"/>
            <a:ext cx="1440868" cy="1440868"/>
          </a:xfrm>
          <a:prstGeom prst="rect">
            <a:avLst/>
          </a:prstGeom>
          <a:solidFill>
            <a:srgbClr val="F2F2F2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24"/>
          <p:cNvSpPr/>
          <p:nvPr>
            <p:ph idx="6" type="pic"/>
          </p:nvPr>
        </p:nvSpPr>
        <p:spPr>
          <a:xfrm>
            <a:off x="9828671" y="1298941"/>
            <a:ext cx="700728" cy="700728"/>
          </a:xfrm>
          <a:prstGeom prst="rect">
            <a:avLst/>
          </a:prstGeom>
          <a:solidFill>
            <a:srgbClr val="F2F2F2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24"/>
          <p:cNvSpPr/>
          <p:nvPr>
            <p:ph idx="7" type="pic"/>
          </p:nvPr>
        </p:nvSpPr>
        <p:spPr>
          <a:xfrm>
            <a:off x="8378363" y="1625013"/>
            <a:ext cx="1014346" cy="1014346"/>
          </a:xfrm>
          <a:prstGeom prst="rect">
            <a:avLst/>
          </a:prstGeom>
          <a:solidFill>
            <a:srgbClr val="F2F2F2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24"/>
          <p:cNvSpPr/>
          <p:nvPr>
            <p:ph idx="8" type="pic"/>
          </p:nvPr>
        </p:nvSpPr>
        <p:spPr>
          <a:xfrm>
            <a:off x="5791200" y="1412419"/>
            <a:ext cx="1173600" cy="1173600"/>
          </a:xfrm>
          <a:prstGeom prst="rect">
            <a:avLst/>
          </a:prstGeom>
          <a:solidFill>
            <a:srgbClr val="F2F2F2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3" presetSubtype="16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Vertical Title and Text">
  <p:cSld name="4_Vertical Title and Text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/>
          <p:nvPr>
            <p:ph idx="2" type="pic"/>
          </p:nvPr>
        </p:nvSpPr>
        <p:spPr>
          <a:xfrm>
            <a:off x="6570448" y="2365629"/>
            <a:ext cx="671512" cy="671512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31" name="Google Shape;131;p25"/>
          <p:cNvSpPr/>
          <p:nvPr>
            <p:ph idx="3" type="pic"/>
          </p:nvPr>
        </p:nvSpPr>
        <p:spPr>
          <a:xfrm>
            <a:off x="9882635" y="1756674"/>
            <a:ext cx="671512" cy="671512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Custom Layout">
  <p:cSld name="2_Custom Layout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ustom Layout">
  <p:cSld name="3_Custom Layou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Custom Layout">
  <p:cSld name="5_Custom Layout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8"/>
          <p:cNvSpPr/>
          <p:nvPr>
            <p:ph idx="2" type="pic"/>
          </p:nvPr>
        </p:nvSpPr>
        <p:spPr>
          <a:xfrm>
            <a:off x="5600700" y="-1"/>
            <a:ext cx="6591300" cy="6030171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2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Custom Layout">
  <p:cSld name="6_Custom Layou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9"/>
          <p:cNvSpPr/>
          <p:nvPr>
            <p:ph idx="2" type="pic"/>
          </p:nvPr>
        </p:nvSpPr>
        <p:spPr>
          <a:xfrm>
            <a:off x="5755043" y="1"/>
            <a:ext cx="3952568" cy="3967826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_Custom Layout">
  <p:cSld name="16_Custom Layout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0"/>
          <p:cNvSpPr/>
          <p:nvPr>
            <p:ph idx="2" type="pic"/>
          </p:nvPr>
        </p:nvSpPr>
        <p:spPr>
          <a:xfrm>
            <a:off x="5755043" y="1"/>
            <a:ext cx="3952568" cy="3967826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Custom Layout">
  <p:cSld name="17_Custom Layou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1"/>
          <p:cNvSpPr/>
          <p:nvPr>
            <p:ph idx="2" type="pic"/>
          </p:nvPr>
        </p:nvSpPr>
        <p:spPr>
          <a:xfrm>
            <a:off x="5755043" y="1"/>
            <a:ext cx="3952568" cy="3967826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Custom Layout">
  <p:cSld name="18_Custom Layout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2"/>
          <p:cNvSpPr/>
          <p:nvPr>
            <p:ph idx="2" type="pic"/>
          </p:nvPr>
        </p:nvSpPr>
        <p:spPr>
          <a:xfrm>
            <a:off x="5755043" y="1"/>
            <a:ext cx="3952568" cy="3967826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Custom Layout" showMasterSp="0">
  <p:cSld name="7_Custom Layout"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lin ang="0" scaled="0"/>
        </a:gra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3"/>
          <p:cNvSpPr/>
          <p:nvPr/>
        </p:nvSpPr>
        <p:spPr>
          <a:xfrm>
            <a:off x="8794982" y="6304845"/>
            <a:ext cx="3397018" cy="260266"/>
          </a:xfrm>
          <a:custGeom>
            <a:rect b="b" l="l" r="r" t="t"/>
            <a:pathLst>
              <a:path extrusionOk="0" h="260266" w="3397018">
                <a:moveTo>
                  <a:pt x="203200" y="0"/>
                </a:moveTo>
                <a:lnTo>
                  <a:pt x="3397018" y="5745"/>
                </a:lnTo>
                <a:lnTo>
                  <a:pt x="3397018" y="260266"/>
                </a:lnTo>
                <a:lnTo>
                  <a:pt x="0" y="260266"/>
                </a:lnTo>
                <a:lnTo>
                  <a:pt x="203200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  <a:effectLst>
            <a:outerShdw blurRad="139700" rotWithShape="0" algn="t" dir="5400000" dist="25400">
              <a:srgbClr val="000000">
                <a:alpha val="1254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3"/>
          <p:cNvSpPr txBox="1"/>
          <p:nvPr/>
        </p:nvSpPr>
        <p:spPr>
          <a:xfrm flipH="1">
            <a:off x="9442630" y="178589"/>
            <a:ext cx="2438505" cy="1015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fld id="{00000000-1234-1234-1234-123412341234}" type="slidenum">
              <a:rPr b="1" i="0" lang="pt-BR" sz="6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 b="1" i="0" sz="287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147" name="Google Shape;147;p33"/>
          <p:cNvGrpSpPr/>
          <p:nvPr/>
        </p:nvGrpSpPr>
        <p:grpSpPr>
          <a:xfrm>
            <a:off x="11382986" y="6368578"/>
            <a:ext cx="498149" cy="125003"/>
            <a:chOff x="11013281" y="6450762"/>
            <a:chExt cx="672285" cy="168699"/>
          </a:xfrm>
        </p:grpSpPr>
        <p:sp>
          <p:nvSpPr>
            <p:cNvPr id="148" name="Google Shape;148;p33"/>
            <p:cNvSpPr/>
            <p:nvPr/>
          </p:nvSpPr>
          <p:spPr>
            <a:xfrm>
              <a:off x="11514784" y="6450762"/>
              <a:ext cx="170782" cy="168699"/>
            </a:xfrm>
            <a:custGeom>
              <a:rect b="b" l="l" r="r" t="t"/>
              <a:pathLst>
                <a:path extrusionOk="0" h="471" w="479">
                  <a:moveTo>
                    <a:pt x="212" y="169"/>
                  </a:moveTo>
                  <a:lnTo>
                    <a:pt x="212" y="169"/>
                  </a:lnTo>
                  <a:cubicBezTo>
                    <a:pt x="212" y="142"/>
                    <a:pt x="203" y="142"/>
                    <a:pt x="185" y="142"/>
                  </a:cubicBezTo>
                  <a:cubicBezTo>
                    <a:pt x="185" y="142"/>
                    <a:pt x="185" y="142"/>
                    <a:pt x="177" y="142"/>
                  </a:cubicBezTo>
                  <a:cubicBezTo>
                    <a:pt x="177" y="142"/>
                    <a:pt x="168" y="151"/>
                    <a:pt x="168" y="160"/>
                  </a:cubicBezTo>
                  <a:cubicBezTo>
                    <a:pt x="159" y="160"/>
                    <a:pt x="159" y="169"/>
                    <a:pt x="168" y="187"/>
                  </a:cubicBezTo>
                  <a:cubicBezTo>
                    <a:pt x="168" y="195"/>
                    <a:pt x="185" y="213"/>
                    <a:pt x="194" y="213"/>
                  </a:cubicBezTo>
                  <a:cubicBezTo>
                    <a:pt x="194" y="213"/>
                    <a:pt x="194" y="213"/>
                    <a:pt x="203" y="213"/>
                  </a:cubicBezTo>
                  <a:cubicBezTo>
                    <a:pt x="212" y="204"/>
                    <a:pt x="221" y="187"/>
                    <a:pt x="212" y="169"/>
                  </a:cubicBezTo>
                  <a:close/>
                  <a:moveTo>
                    <a:pt x="238" y="0"/>
                  </a:moveTo>
                  <a:lnTo>
                    <a:pt x="238" y="0"/>
                  </a:lnTo>
                  <a:cubicBezTo>
                    <a:pt x="106" y="0"/>
                    <a:pt x="0" y="107"/>
                    <a:pt x="0" y="231"/>
                  </a:cubicBezTo>
                  <a:cubicBezTo>
                    <a:pt x="0" y="363"/>
                    <a:pt x="106" y="470"/>
                    <a:pt x="238" y="470"/>
                  </a:cubicBezTo>
                  <a:cubicBezTo>
                    <a:pt x="372" y="470"/>
                    <a:pt x="478" y="363"/>
                    <a:pt x="478" y="231"/>
                  </a:cubicBezTo>
                  <a:cubicBezTo>
                    <a:pt x="478" y="107"/>
                    <a:pt x="372" y="0"/>
                    <a:pt x="238" y="0"/>
                  </a:cubicBezTo>
                  <a:close/>
                  <a:moveTo>
                    <a:pt x="221" y="338"/>
                  </a:moveTo>
                  <a:lnTo>
                    <a:pt x="221" y="338"/>
                  </a:lnTo>
                  <a:cubicBezTo>
                    <a:pt x="212" y="346"/>
                    <a:pt x="194" y="346"/>
                    <a:pt x="185" y="346"/>
                  </a:cubicBezTo>
                  <a:cubicBezTo>
                    <a:pt x="177" y="346"/>
                    <a:pt x="124" y="346"/>
                    <a:pt x="124" y="301"/>
                  </a:cubicBezTo>
                  <a:cubicBezTo>
                    <a:pt x="124" y="257"/>
                    <a:pt x="177" y="248"/>
                    <a:pt x="194" y="248"/>
                  </a:cubicBezTo>
                  <a:cubicBezTo>
                    <a:pt x="185" y="240"/>
                    <a:pt x="185" y="231"/>
                    <a:pt x="185" y="231"/>
                  </a:cubicBezTo>
                  <a:cubicBezTo>
                    <a:pt x="177" y="231"/>
                    <a:pt x="168" y="222"/>
                    <a:pt x="159" y="222"/>
                  </a:cubicBezTo>
                  <a:cubicBezTo>
                    <a:pt x="141" y="213"/>
                    <a:pt x="141" y="195"/>
                    <a:pt x="141" y="178"/>
                  </a:cubicBezTo>
                  <a:cubicBezTo>
                    <a:pt x="141" y="125"/>
                    <a:pt x="194" y="125"/>
                    <a:pt x="194" y="125"/>
                  </a:cubicBezTo>
                  <a:cubicBezTo>
                    <a:pt x="256" y="125"/>
                    <a:pt x="256" y="125"/>
                    <a:pt x="256" y="125"/>
                  </a:cubicBezTo>
                  <a:cubicBezTo>
                    <a:pt x="256" y="134"/>
                    <a:pt x="238" y="134"/>
                    <a:pt x="238" y="134"/>
                  </a:cubicBezTo>
                  <a:cubicBezTo>
                    <a:pt x="230" y="134"/>
                    <a:pt x="230" y="134"/>
                    <a:pt x="221" y="134"/>
                  </a:cubicBezTo>
                  <a:cubicBezTo>
                    <a:pt x="238" y="142"/>
                    <a:pt x="238" y="160"/>
                    <a:pt x="238" y="178"/>
                  </a:cubicBezTo>
                  <a:cubicBezTo>
                    <a:pt x="238" y="195"/>
                    <a:pt x="230" y="204"/>
                    <a:pt x="230" y="213"/>
                  </a:cubicBezTo>
                  <a:cubicBezTo>
                    <a:pt x="221" y="222"/>
                    <a:pt x="212" y="222"/>
                    <a:pt x="212" y="231"/>
                  </a:cubicBezTo>
                  <a:cubicBezTo>
                    <a:pt x="212" y="231"/>
                    <a:pt x="221" y="240"/>
                    <a:pt x="230" y="240"/>
                  </a:cubicBezTo>
                  <a:cubicBezTo>
                    <a:pt x="238" y="248"/>
                    <a:pt x="256" y="266"/>
                    <a:pt x="256" y="284"/>
                  </a:cubicBezTo>
                  <a:cubicBezTo>
                    <a:pt x="256" y="310"/>
                    <a:pt x="247" y="328"/>
                    <a:pt x="221" y="338"/>
                  </a:cubicBezTo>
                  <a:close/>
                  <a:moveTo>
                    <a:pt x="354" y="231"/>
                  </a:moveTo>
                  <a:lnTo>
                    <a:pt x="354" y="231"/>
                  </a:lnTo>
                  <a:cubicBezTo>
                    <a:pt x="310" y="231"/>
                    <a:pt x="310" y="231"/>
                    <a:pt x="310" y="231"/>
                  </a:cubicBezTo>
                  <a:cubicBezTo>
                    <a:pt x="310" y="275"/>
                    <a:pt x="310" y="275"/>
                    <a:pt x="310" y="275"/>
                  </a:cubicBezTo>
                  <a:cubicBezTo>
                    <a:pt x="291" y="275"/>
                    <a:pt x="291" y="275"/>
                    <a:pt x="291" y="275"/>
                  </a:cubicBezTo>
                  <a:cubicBezTo>
                    <a:pt x="291" y="231"/>
                    <a:pt x="291" y="231"/>
                    <a:pt x="291" y="231"/>
                  </a:cubicBezTo>
                  <a:cubicBezTo>
                    <a:pt x="256" y="231"/>
                    <a:pt x="256" y="231"/>
                    <a:pt x="256" y="231"/>
                  </a:cubicBezTo>
                  <a:cubicBezTo>
                    <a:pt x="256" y="213"/>
                    <a:pt x="256" y="213"/>
                    <a:pt x="256" y="213"/>
                  </a:cubicBezTo>
                  <a:cubicBezTo>
                    <a:pt x="291" y="213"/>
                    <a:pt x="291" y="213"/>
                    <a:pt x="291" y="213"/>
                  </a:cubicBezTo>
                  <a:cubicBezTo>
                    <a:pt x="291" y="169"/>
                    <a:pt x="291" y="169"/>
                    <a:pt x="291" y="169"/>
                  </a:cubicBezTo>
                  <a:cubicBezTo>
                    <a:pt x="310" y="169"/>
                    <a:pt x="310" y="169"/>
                    <a:pt x="310" y="169"/>
                  </a:cubicBezTo>
                  <a:cubicBezTo>
                    <a:pt x="310" y="213"/>
                    <a:pt x="310" y="213"/>
                    <a:pt x="310" y="213"/>
                  </a:cubicBezTo>
                  <a:cubicBezTo>
                    <a:pt x="354" y="213"/>
                    <a:pt x="354" y="213"/>
                    <a:pt x="354" y="213"/>
                  </a:cubicBezTo>
                  <a:lnTo>
                    <a:pt x="354" y="231"/>
                  </a:lnTo>
                  <a:close/>
                  <a:moveTo>
                    <a:pt x="194" y="266"/>
                  </a:moveTo>
                  <a:lnTo>
                    <a:pt x="194" y="266"/>
                  </a:lnTo>
                  <a:cubicBezTo>
                    <a:pt x="177" y="266"/>
                    <a:pt x="168" y="266"/>
                    <a:pt x="159" y="275"/>
                  </a:cubicBezTo>
                  <a:cubicBezTo>
                    <a:pt x="159" y="284"/>
                    <a:pt x="150" y="293"/>
                    <a:pt x="150" y="301"/>
                  </a:cubicBezTo>
                  <a:cubicBezTo>
                    <a:pt x="150" y="319"/>
                    <a:pt x="168" y="328"/>
                    <a:pt x="194" y="328"/>
                  </a:cubicBezTo>
                  <a:cubicBezTo>
                    <a:pt x="221" y="319"/>
                    <a:pt x="230" y="310"/>
                    <a:pt x="230" y="293"/>
                  </a:cubicBezTo>
                  <a:cubicBezTo>
                    <a:pt x="230" y="275"/>
                    <a:pt x="212" y="266"/>
                    <a:pt x="194" y="26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Google Shape;149;p33"/>
            <p:cNvSpPr/>
            <p:nvPr/>
          </p:nvSpPr>
          <p:spPr>
            <a:xfrm>
              <a:off x="11264553" y="6450762"/>
              <a:ext cx="170782" cy="168699"/>
            </a:xfrm>
            <a:custGeom>
              <a:rect b="b" l="l" r="r" t="t"/>
              <a:pathLst>
                <a:path extrusionOk="0" h="471" w="479">
                  <a:moveTo>
                    <a:pt x="240" y="0"/>
                  </a:moveTo>
                  <a:lnTo>
                    <a:pt x="240" y="0"/>
                  </a:lnTo>
                  <a:cubicBezTo>
                    <a:pt x="106" y="0"/>
                    <a:pt x="0" y="107"/>
                    <a:pt x="0" y="231"/>
                  </a:cubicBezTo>
                  <a:cubicBezTo>
                    <a:pt x="0" y="363"/>
                    <a:pt x="106" y="470"/>
                    <a:pt x="240" y="470"/>
                  </a:cubicBezTo>
                  <a:cubicBezTo>
                    <a:pt x="372" y="470"/>
                    <a:pt x="478" y="363"/>
                    <a:pt x="478" y="231"/>
                  </a:cubicBezTo>
                  <a:cubicBezTo>
                    <a:pt x="478" y="107"/>
                    <a:pt x="372" y="0"/>
                    <a:pt x="240" y="0"/>
                  </a:cubicBezTo>
                  <a:close/>
                  <a:moveTo>
                    <a:pt x="293" y="160"/>
                  </a:moveTo>
                  <a:lnTo>
                    <a:pt x="293" y="160"/>
                  </a:lnTo>
                  <a:cubicBezTo>
                    <a:pt x="257" y="160"/>
                    <a:pt x="257" y="160"/>
                    <a:pt x="257" y="160"/>
                  </a:cubicBezTo>
                  <a:cubicBezTo>
                    <a:pt x="257" y="160"/>
                    <a:pt x="249" y="169"/>
                    <a:pt x="249" y="178"/>
                  </a:cubicBezTo>
                  <a:cubicBezTo>
                    <a:pt x="249" y="195"/>
                    <a:pt x="249" y="195"/>
                    <a:pt x="249" y="195"/>
                  </a:cubicBezTo>
                  <a:cubicBezTo>
                    <a:pt x="293" y="195"/>
                    <a:pt x="293" y="195"/>
                    <a:pt x="293" y="195"/>
                  </a:cubicBezTo>
                  <a:cubicBezTo>
                    <a:pt x="293" y="240"/>
                    <a:pt x="293" y="240"/>
                    <a:pt x="293" y="240"/>
                  </a:cubicBezTo>
                  <a:cubicBezTo>
                    <a:pt x="249" y="240"/>
                    <a:pt x="249" y="240"/>
                    <a:pt x="249" y="240"/>
                  </a:cubicBezTo>
                  <a:cubicBezTo>
                    <a:pt x="249" y="346"/>
                    <a:pt x="249" y="346"/>
                    <a:pt x="249" y="346"/>
                  </a:cubicBezTo>
                  <a:cubicBezTo>
                    <a:pt x="213" y="346"/>
                    <a:pt x="213" y="346"/>
                    <a:pt x="213" y="346"/>
                  </a:cubicBezTo>
                  <a:cubicBezTo>
                    <a:pt x="213" y="240"/>
                    <a:pt x="213" y="240"/>
                    <a:pt x="213" y="240"/>
                  </a:cubicBezTo>
                  <a:cubicBezTo>
                    <a:pt x="169" y="240"/>
                    <a:pt x="169" y="240"/>
                    <a:pt x="169" y="240"/>
                  </a:cubicBezTo>
                  <a:cubicBezTo>
                    <a:pt x="169" y="195"/>
                    <a:pt x="169" y="195"/>
                    <a:pt x="169" y="195"/>
                  </a:cubicBezTo>
                  <a:cubicBezTo>
                    <a:pt x="213" y="195"/>
                    <a:pt x="213" y="195"/>
                    <a:pt x="213" y="195"/>
                  </a:cubicBezTo>
                  <a:cubicBezTo>
                    <a:pt x="213" y="178"/>
                    <a:pt x="213" y="178"/>
                    <a:pt x="213" y="178"/>
                  </a:cubicBezTo>
                  <a:cubicBezTo>
                    <a:pt x="213" y="151"/>
                    <a:pt x="230" y="125"/>
                    <a:pt x="257" y="125"/>
                  </a:cubicBezTo>
                  <a:cubicBezTo>
                    <a:pt x="293" y="125"/>
                    <a:pt x="293" y="125"/>
                    <a:pt x="293" y="125"/>
                  </a:cubicBezTo>
                  <a:lnTo>
                    <a:pt x="293" y="16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p33"/>
            <p:cNvSpPr/>
            <p:nvPr/>
          </p:nvSpPr>
          <p:spPr>
            <a:xfrm>
              <a:off x="11013281" y="6450762"/>
              <a:ext cx="171823" cy="168699"/>
            </a:xfrm>
            <a:custGeom>
              <a:rect b="b" l="l" r="r" t="t"/>
              <a:pathLst>
                <a:path extrusionOk="0" h="471" w="480">
                  <a:moveTo>
                    <a:pt x="239" y="0"/>
                  </a:moveTo>
                  <a:lnTo>
                    <a:pt x="239" y="0"/>
                  </a:lnTo>
                  <a:cubicBezTo>
                    <a:pt x="107" y="0"/>
                    <a:pt x="0" y="107"/>
                    <a:pt x="0" y="231"/>
                  </a:cubicBezTo>
                  <a:cubicBezTo>
                    <a:pt x="0" y="363"/>
                    <a:pt x="107" y="470"/>
                    <a:pt x="239" y="470"/>
                  </a:cubicBezTo>
                  <a:cubicBezTo>
                    <a:pt x="372" y="470"/>
                    <a:pt x="479" y="363"/>
                    <a:pt x="479" y="231"/>
                  </a:cubicBezTo>
                  <a:cubicBezTo>
                    <a:pt x="479" y="107"/>
                    <a:pt x="372" y="0"/>
                    <a:pt x="239" y="0"/>
                  </a:cubicBezTo>
                  <a:close/>
                  <a:moveTo>
                    <a:pt x="337" y="195"/>
                  </a:moveTo>
                  <a:lnTo>
                    <a:pt x="337" y="195"/>
                  </a:lnTo>
                  <a:cubicBezTo>
                    <a:pt x="337" y="257"/>
                    <a:pt x="292" y="328"/>
                    <a:pt x="204" y="328"/>
                  </a:cubicBezTo>
                  <a:cubicBezTo>
                    <a:pt x="178" y="328"/>
                    <a:pt x="151" y="319"/>
                    <a:pt x="133" y="310"/>
                  </a:cubicBezTo>
                  <a:lnTo>
                    <a:pt x="142" y="310"/>
                  </a:lnTo>
                  <a:cubicBezTo>
                    <a:pt x="160" y="310"/>
                    <a:pt x="186" y="301"/>
                    <a:pt x="204" y="293"/>
                  </a:cubicBezTo>
                  <a:cubicBezTo>
                    <a:pt x="178" y="293"/>
                    <a:pt x="160" y="275"/>
                    <a:pt x="160" y="257"/>
                  </a:cubicBezTo>
                  <a:cubicBezTo>
                    <a:pt x="160" y="257"/>
                    <a:pt x="160" y="257"/>
                    <a:pt x="169" y="257"/>
                  </a:cubicBezTo>
                  <a:lnTo>
                    <a:pt x="178" y="257"/>
                  </a:lnTo>
                  <a:cubicBezTo>
                    <a:pt x="160" y="248"/>
                    <a:pt x="142" y="231"/>
                    <a:pt x="142" y="213"/>
                  </a:cubicBezTo>
                  <a:cubicBezTo>
                    <a:pt x="142" y="213"/>
                    <a:pt x="151" y="213"/>
                    <a:pt x="160" y="213"/>
                  </a:cubicBezTo>
                  <a:cubicBezTo>
                    <a:pt x="151" y="204"/>
                    <a:pt x="142" y="195"/>
                    <a:pt x="142" y="178"/>
                  </a:cubicBezTo>
                  <a:cubicBezTo>
                    <a:pt x="142" y="169"/>
                    <a:pt x="142" y="160"/>
                    <a:pt x="151" y="151"/>
                  </a:cubicBezTo>
                  <a:cubicBezTo>
                    <a:pt x="169" y="178"/>
                    <a:pt x="204" y="204"/>
                    <a:pt x="239" y="204"/>
                  </a:cubicBezTo>
                  <a:cubicBezTo>
                    <a:pt x="239" y="195"/>
                    <a:pt x="239" y="195"/>
                    <a:pt x="239" y="195"/>
                  </a:cubicBezTo>
                  <a:cubicBezTo>
                    <a:pt x="239" y="169"/>
                    <a:pt x="266" y="142"/>
                    <a:pt x="292" y="142"/>
                  </a:cubicBezTo>
                  <a:cubicBezTo>
                    <a:pt x="301" y="142"/>
                    <a:pt x="319" y="151"/>
                    <a:pt x="319" y="160"/>
                  </a:cubicBezTo>
                  <a:cubicBezTo>
                    <a:pt x="337" y="160"/>
                    <a:pt x="346" y="151"/>
                    <a:pt x="355" y="151"/>
                  </a:cubicBezTo>
                  <a:cubicBezTo>
                    <a:pt x="346" y="160"/>
                    <a:pt x="346" y="169"/>
                    <a:pt x="337" y="178"/>
                  </a:cubicBezTo>
                  <a:cubicBezTo>
                    <a:pt x="346" y="178"/>
                    <a:pt x="355" y="169"/>
                    <a:pt x="364" y="169"/>
                  </a:cubicBezTo>
                  <a:cubicBezTo>
                    <a:pt x="355" y="178"/>
                    <a:pt x="346" y="187"/>
                    <a:pt x="337" y="19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1" name="Google Shape;151;p33"/>
          <p:cNvSpPr txBox="1"/>
          <p:nvPr/>
        </p:nvSpPr>
        <p:spPr>
          <a:xfrm>
            <a:off x="9068373" y="6316167"/>
            <a:ext cx="2255743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pt-BR" sz="105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Copyright © AeroTech. All rights.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33"/>
          <p:cNvSpPr txBox="1"/>
          <p:nvPr/>
        </p:nvSpPr>
        <p:spPr>
          <a:xfrm>
            <a:off x="593878" y="6311195"/>
            <a:ext cx="2358872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pt-BR" sz="105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www.yourwebsite.com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3" name="Google Shape;153;p33"/>
          <p:cNvGrpSpPr/>
          <p:nvPr/>
        </p:nvGrpSpPr>
        <p:grpSpPr>
          <a:xfrm>
            <a:off x="734078" y="422428"/>
            <a:ext cx="76365" cy="127275"/>
            <a:chOff x="200026" y="88900"/>
            <a:chExt cx="104775" cy="174625"/>
          </a:xfrm>
        </p:grpSpPr>
        <p:sp>
          <p:nvSpPr>
            <p:cNvPr id="154" name="Google Shape;154;p33"/>
            <p:cNvSpPr/>
            <p:nvPr/>
          </p:nvSpPr>
          <p:spPr>
            <a:xfrm>
              <a:off x="200026" y="88900"/>
              <a:ext cx="104775" cy="174625"/>
            </a:xfrm>
            <a:custGeom>
              <a:rect b="b" l="l" r="r" t="t"/>
              <a:pathLst>
                <a:path extrusionOk="0" h="38" w="22">
                  <a:moveTo>
                    <a:pt x="22" y="38"/>
                  </a:moveTo>
                  <a:cubicBezTo>
                    <a:pt x="20" y="37"/>
                    <a:pt x="19" y="35"/>
                    <a:pt x="19" y="34"/>
                  </a:cubicBezTo>
                  <a:cubicBezTo>
                    <a:pt x="19" y="33"/>
                    <a:pt x="19" y="33"/>
                    <a:pt x="18" y="33"/>
                  </a:cubicBezTo>
                  <a:cubicBezTo>
                    <a:pt x="14" y="31"/>
                    <a:pt x="14" y="31"/>
                    <a:pt x="14" y="31"/>
                  </a:cubicBezTo>
                  <a:cubicBezTo>
                    <a:pt x="13" y="32"/>
                    <a:pt x="13" y="32"/>
                    <a:pt x="12" y="32"/>
                  </a:cubicBezTo>
                  <a:cubicBezTo>
                    <a:pt x="10" y="32"/>
                    <a:pt x="10" y="32"/>
                    <a:pt x="10" y="32"/>
                  </a:cubicBezTo>
                  <a:cubicBezTo>
                    <a:pt x="9" y="32"/>
                    <a:pt x="8" y="32"/>
                    <a:pt x="8" y="31"/>
                  </a:cubicBezTo>
                  <a:cubicBezTo>
                    <a:pt x="3" y="33"/>
                    <a:pt x="3" y="33"/>
                    <a:pt x="3" y="33"/>
                  </a:cubicBezTo>
                  <a:cubicBezTo>
                    <a:pt x="3" y="33"/>
                    <a:pt x="3" y="33"/>
                    <a:pt x="3" y="34"/>
                  </a:cubicBezTo>
                  <a:cubicBezTo>
                    <a:pt x="2" y="35"/>
                    <a:pt x="1" y="37"/>
                    <a:pt x="0" y="38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31"/>
                    <a:pt x="0" y="30"/>
                    <a:pt x="1" y="29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3" y="22"/>
                    <a:pt x="1" y="18"/>
                    <a:pt x="2" y="14"/>
                  </a:cubicBezTo>
                  <a:cubicBezTo>
                    <a:pt x="3" y="4"/>
                    <a:pt x="11" y="0"/>
                    <a:pt x="11" y="0"/>
                  </a:cubicBezTo>
                  <a:cubicBezTo>
                    <a:pt x="11" y="0"/>
                    <a:pt x="19" y="4"/>
                    <a:pt x="20" y="14"/>
                  </a:cubicBezTo>
                  <a:cubicBezTo>
                    <a:pt x="20" y="18"/>
                    <a:pt x="19" y="22"/>
                    <a:pt x="18" y="25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21" y="30"/>
                    <a:pt x="22" y="31"/>
                    <a:pt x="22" y="32"/>
                  </a:cubicBezTo>
                  <a:lnTo>
                    <a:pt x="22" y="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" name="Google Shape;155;p33"/>
            <p:cNvSpPr/>
            <p:nvPr/>
          </p:nvSpPr>
          <p:spPr>
            <a:xfrm>
              <a:off x="235744" y="125413"/>
              <a:ext cx="33338" cy="317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6" name="Google Shape;156;p33"/>
          <p:cNvGrpSpPr/>
          <p:nvPr/>
        </p:nvGrpSpPr>
        <p:grpSpPr>
          <a:xfrm>
            <a:off x="673421" y="374929"/>
            <a:ext cx="197682" cy="225745"/>
            <a:chOff x="-4187825" y="2076450"/>
            <a:chExt cx="3522662" cy="4022725"/>
          </a:xfrm>
        </p:grpSpPr>
        <p:sp>
          <p:nvSpPr>
            <p:cNvPr id="157" name="Google Shape;157;p33"/>
            <p:cNvSpPr/>
            <p:nvPr/>
          </p:nvSpPr>
          <p:spPr>
            <a:xfrm>
              <a:off x="-4187825" y="2076450"/>
              <a:ext cx="1671637" cy="1920875"/>
            </a:xfrm>
            <a:custGeom>
              <a:rect b="b" l="l" r="r" t="t"/>
              <a:pathLst>
                <a:path extrusionOk="0" h="8467" w="7373">
                  <a:moveTo>
                    <a:pt x="0" y="8467"/>
                  </a:moveTo>
                  <a:lnTo>
                    <a:pt x="1275" y="8467"/>
                  </a:lnTo>
                  <a:lnTo>
                    <a:pt x="1275" y="5156"/>
                  </a:lnTo>
                  <a:lnTo>
                    <a:pt x="7337" y="1656"/>
                  </a:lnTo>
                  <a:lnTo>
                    <a:pt x="7373" y="0"/>
                  </a:lnTo>
                  <a:lnTo>
                    <a:pt x="0" y="4256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" name="Google Shape;158;p33"/>
            <p:cNvSpPr/>
            <p:nvPr/>
          </p:nvSpPr>
          <p:spPr>
            <a:xfrm>
              <a:off x="-2336800" y="2076450"/>
              <a:ext cx="1671637" cy="1920875"/>
            </a:xfrm>
            <a:custGeom>
              <a:rect b="b" l="l" r="r" t="t"/>
              <a:pathLst>
                <a:path extrusionOk="0" h="8467" w="7373">
                  <a:moveTo>
                    <a:pt x="7373" y="8467"/>
                  </a:moveTo>
                  <a:lnTo>
                    <a:pt x="6098" y="8467"/>
                  </a:lnTo>
                  <a:lnTo>
                    <a:pt x="6098" y="5156"/>
                  </a:lnTo>
                  <a:lnTo>
                    <a:pt x="36" y="1656"/>
                  </a:lnTo>
                  <a:lnTo>
                    <a:pt x="0" y="0"/>
                  </a:lnTo>
                  <a:lnTo>
                    <a:pt x="7373" y="4256"/>
                  </a:lnTo>
                  <a:lnTo>
                    <a:pt x="7373" y="846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" name="Google Shape;159;p33"/>
            <p:cNvSpPr/>
            <p:nvPr/>
          </p:nvSpPr>
          <p:spPr>
            <a:xfrm>
              <a:off x="-4187825" y="4178300"/>
              <a:ext cx="1671637" cy="1920875"/>
            </a:xfrm>
            <a:custGeom>
              <a:rect b="b" l="l" r="r" t="t"/>
              <a:pathLst>
                <a:path extrusionOk="0" h="8467" w="7373">
                  <a:moveTo>
                    <a:pt x="0" y="0"/>
                  </a:moveTo>
                  <a:lnTo>
                    <a:pt x="1275" y="0"/>
                  </a:lnTo>
                  <a:lnTo>
                    <a:pt x="1275" y="3311"/>
                  </a:lnTo>
                  <a:lnTo>
                    <a:pt x="7337" y="6811"/>
                  </a:lnTo>
                  <a:lnTo>
                    <a:pt x="7373" y="8467"/>
                  </a:lnTo>
                  <a:lnTo>
                    <a:pt x="0" y="42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" name="Google Shape;160;p33"/>
            <p:cNvSpPr/>
            <p:nvPr/>
          </p:nvSpPr>
          <p:spPr>
            <a:xfrm>
              <a:off x="-2336800" y="4178300"/>
              <a:ext cx="1671637" cy="1920875"/>
            </a:xfrm>
            <a:custGeom>
              <a:rect b="b" l="l" r="r" t="t"/>
              <a:pathLst>
                <a:path extrusionOk="0" h="8467" w="7373">
                  <a:moveTo>
                    <a:pt x="7373" y="0"/>
                  </a:moveTo>
                  <a:lnTo>
                    <a:pt x="6098" y="0"/>
                  </a:lnTo>
                  <a:lnTo>
                    <a:pt x="6098" y="3311"/>
                  </a:lnTo>
                  <a:lnTo>
                    <a:pt x="36" y="6811"/>
                  </a:lnTo>
                  <a:lnTo>
                    <a:pt x="0" y="8467"/>
                  </a:lnTo>
                  <a:lnTo>
                    <a:pt x="7373" y="4211"/>
                  </a:lnTo>
                  <a:lnTo>
                    <a:pt x="737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1" name="Google Shape;161;p33"/>
          <p:cNvSpPr txBox="1"/>
          <p:nvPr/>
        </p:nvSpPr>
        <p:spPr>
          <a:xfrm>
            <a:off x="878345" y="349302"/>
            <a:ext cx="154882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pt-B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AEROTECH</a:t>
            </a:r>
            <a:endParaRPr b="0" i="1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0_Custom Layout" showMasterSp="0">
  <p:cSld name="20_Custom Layout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4"/>
          <p:cNvSpPr/>
          <p:nvPr>
            <p:ph idx="2" type="pic"/>
          </p:nvPr>
        </p:nvSpPr>
        <p:spPr>
          <a:xfrm>
            <a:off x="1936982" y="4010206"/>
            <a:ext cx="363260" cy="36326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64" name="Google Shape;164;p34"/>
          <p:cNvSpPr/>
          <p:nvPr>
            <p:ph idx="3" type="pic"/>
          </p:nvPr>
        </p:nvSpPr>
        <p:spPr>
          <a:xfrm>
            <a:off x="1936982" y="4483001"/>
            <a:ext cx="363260" cy="36326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65" name="Google Shape;165;p34"/>
          <p:cNvSpPr/>
          <p:nvPr>
            <p:ph idx="4" type="pic"/>
          </p:nvPr>
        </p:nvSpPr>
        <p:spPr>
          <a:xfrm>
            <a:off x="1936982" y="4955796"/>
            <a:ext cx="363260" cy="36326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66" name="Google Shape;166;p34"/>
          <p:cNvSpPr/>
          <p:nvPr>
            <p:ph idx="5" type="pic"/>
          </p:nvPr>
        </p:nvSpPr>
        <p:spPr>
          <a:xfrm>
            <a:off x="1936982" y="5428591"/>
            <a:ext cx="363260" cy="36326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67" name="Google Shape;167;p34"/>
          <p:cNvSpPr/>
          <p:nvPr>
            <p:ph idx="6" type="pic"/>
          </p:nvPr>
        </p:nvSpPr>
        <p:spPr>
          <a:xfrm>
            <a:off x="1936982" y="3537411"/>
            <a:ext cx="363260" cy="36326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68" name="Google Shape;168;p34"/>
          <p:cNvSpPr/>
          <p:nvPr/>
        </p:nvSpPr>
        <p:spPr>
          <a:xfrm>
            <a:off x="8794982" y="6304845"/>
            <a:ext cx="3397018" cy="260266"/>
          </a:xfrm>
          <a:custGeom>
            <a:rect b="b" l="l" r="r" t="t"/>
            <a:pathLst>
              <a:path extrusionOk="0" h="260266" w="3397018">
                <a:moveTo>
                  <a:pt x="203200" y="0"/>
                </a:moveTo>
                <a:lnTo>
                  <a:pt x="3397018" y="5745"/>
                </a:lnTo>
                <a:lnTo>
                  <a:pt x="3397018" y="260266"/>
                </a:lnTo>
                <a:lnTo>
                  <a:pt x="0" y="260266"/>
                </a:lnTo>
                <a:lnTo>
                  <a:pt x="203200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  <a:effectLst>
            <a:outerShdw blurRad="139700" rotWithShape="0" algn="t" dir="5400000" dist="25400">
              <a:srgbClr val="000000">
                <a:alpha val="1254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9" name="Google Shape;169;p34"/>
          <p:cNvGrpSpPr/>
          <p:nvPr/>
        </p:nvGrpSpPr>
        <p:grpSpPr>
          <a:xfrm>
            <a:off x="11382986" y="6368578"/>
            <a:ext cx="498149" cy="125003"/>
            <a:chOff x="11013281" y="6450762"/>
            <a:chExt cx="672285" cy="168699"/>
          </a:xfrm>
        </p:grpSpPr>
        <p:sp>
          <p:nvSpPr>
            <p:cNvPr id="170" name="Google Shape;170;p34"/>
            <p:cNvSpPr/>
            <p:nvPr/>
          </p:nvSpPr>
          <p:spPr>
            <a:xfrm>
              <a:off x="11514784" y="6450762"/>
              <a:ext cx="170782" cy="168699"/>
            </a:xfrm>
            <a:custGeom>
              <a:rect b="b" l="l" r="r" t="t"/>
              <a:pathLst>
                <a:path extrusionOk="0" h="471" w="479">
                  <a:moveTo>
                    <a:pt x="212" y="169"/>
                  </a:moveTo>
                  <a:lnTo>
                    <a:pt x="212" y="169"/>
                  </a:lnTo>
                  <a:cubicBezTo>
                    <a:pt x="212" y="142"/>
                    <a:pt x="203" y="142"/>
                    <a:pt x="185" y="142"/>
                  </a:cubicBezTo>
                  <a:cubicBezTo>
                    <a:pt x="185" y="142"/>
                    <a:pt x="185" y="142"/>
                    <a:pt x="177" y="142"/>
                  </a:cubicBezTo>
                  <a:cubicBezTo>
                    <a:pt x="177" y="142"/>
                    <a:pt x="168" y="151"/>
                    <a:pt x="168" y="160"/>
                  </a:cubicBezTo>
                  <a:cubicBezTo>
                    <a:pt x="159" y="160"/>
                    <a:pt x="159" y="169"/>
                    <a:pt x="168" y="187"/>
                  </a:cubicBezTo>
                  <a:cubicBezTo>
                    <a:pt x="168" y="195"/>
                    <a:pt x="185" y="213"/>
                    <a:pt x="194" y="213"/>
                  </a:cubicBezTo>
                  <a:cubicBezTo>
                    <a:pt x="194" y="213"/>
                    <a:pt x="194" y="213"/>
                    <a:pt x="203" y="213"/>
                  </a:cubicBezTo>
                  <a:cubicBezTo>
                    <a:pt x="212" y="204"/>
                    <a:pt x="221" y="187"/>
                    <a:pt x="212" y="169"/>
                  </a:cubicBezTo>
                  <a:close/>
                  <a:moveTo>
                    <a:pt x="238" y="0"/>
                  </a:moveTo>
                  <a:lnTo>
                    <a:pt x="238" y="0"/>
                  </a:lnTo>
                  <a:cubicBezTo>
                    <a:pt x="106" y="0"/>
                    <a:pt x="0" y="107"/>
                    <a:pt x="0" y="231"/>
                  </a:cubicBezTo>
                  <a:cubicBezTo>
                    <a:pt x="0" y="363"/>
                    <a:pt x="106" y="470"/>
                    <a:pt x="238" y="470"/>
                  </a:cubicBezTo>
                  <a:cubicBezTo>
                    <a:pt x="372" y="470"/>
                    <a:pt x="478" y="363"/>
                    <a:pt x="478" y="231"/>
                  </a:cubicBezTo>
                  <a:cubicBezTo>
                    <a:pt x="478" y="107"/>
                    <a:pt x="372" y="0"/>
                    <a:pt x="238" y="0"/>
                  </a:cubicBezTo>
                  <a:close/>
                  <a:moveTo>
                    <a:pt x="221" y="338"/>
                  </a:moveTo>
                  <a:lnTo>
                    <a:pt x="221" y="338"/>
                  </a:lnTo>
                  <a:cubicBezTo>
                    <a:pt x="212" y="346"/>
                    <a:pt x="194" y="346"/>
                    <a:pt x="185" y="346"/>
                  </a:cubicBezTo>
                  <a:cubicBezTo>
                    <a:pt x="177" y="346"/>
                    <a:pt x="124" y="346"/>
                    <a:pt x="124" y="301"/>
                  </a:cubicBezTo>
                  <a:cubicBezTo>
                    <a:pt x="124" y="257"/>
                    <a:pt x="177" y="248"/>
                    <a:pt x="194" y="248"/>
                  </a:cubicBezTo>
                  <a:cubicBezTo>
                    <a:pt x="185" y="240"/>
                    <a:pt x="185" y="231"/>
                    <a:pt x="185" y="231"/>
                  </a:cubicBezTo>
                  <a:cubicBezTo>
                    <a:pt x="177" y="231"/>
                    <a:pt x="168" y="222"/>
                    <a:pt x="159" y="222"/>
                  </a:cubicBezTo>
                  <a:cubicBezTo>
                    <a:pt x="141" y="213"/>
                    <a:pt x="141" y="195"/>
                    <a:pt x="141" y="178"/>
                  </a:cubicBezTo>
                  <a:cubicBezTo>
                    <a:pt x="141" y="125"/>
                    <a:pt x="194" y="125"/>
                    <a:pt x="194" y="125"/>
                  </a:cubicBezTo>
                  <a:cubicBezTo>
                    <a:pt x="256" y="125"/>
                    <a:pt x="256" y="125"/>
                    <a:pt x="256" y="125"/>
                  </a:cubicBezTo>
                  <a:cubicBezTo>
                    <a:pt x="256" y="134"/>
                    <a:pt x="238" y="134"/>
                    <a:pt x="238" y="134"/>
                  </a:cubicBezTo>
                  <a:cubicBezTo>
                    <a:pt x="230" y="134"/>
                    <a:pt x="230" y="134"/>
                    <a:pt x="221" y="134"/>
                  </a:cubicBezTo>
                  <a:cubicBezTo>
                    <a:pt x="238" y="142"/>
                    <a:pt x="238" y="160"/>
                    <a:pt x="238" y="178"/>
                  </a:cubicBezTo>
                  <a:cubicBezTo>
                    <a:pt x="238" y="195"/>
                    <a:pt x="230" y="204"/>
                    <a:pt x="230" y="213"/>
                  </a:cubicBezTo>
                  <a:cubicBezTo>
                    <a:pt x="221" y="222"/>
                    <a:pt x="212" y="222"/>
                    <a:pt x="212" y="231"/>
                  </a:cubicBezTo>
                  <a:cubicBezTo>
                    <a:pt x="212" y="231"/>
                    <a:pt x="221" y="240"/>
                    <a:pt x="230" y="240"/>
                  </a:cubicBezTo>
                  <a:cubicBezTo>
                    <a:pt x="238" y="248"/>
                    <a:pt x="256" y="266"/>
                    <a:pt x="256" y="284"/>
                  </a:cubicBezTo>
                  <a:cubicBezTo>
                    <a:pt x="256" y="310"/>
                    <a:pt x="247" y="328"/>
                    <a:pt x="221" y="338"/>
                  </a:cubicBezTo>
                  <a:close/>
                  <a:moveTo>
                    <a:pt x="354" y="231"/>
                  </a:moveTo>
                  <a:lnTo>
                    <a:pt x="354" y="231"/>
                  </a:lnTo>
                  <a:cubicBezTo>
                    <a:pt x="310" y="231"/>
                    <a:pt x="310" y="231"/>
                    <a:pt x="310" y="231"/>
                  </a:cubicBezTo>
                  <a:cubicBezTo>
                    <a:pt x="310" y="275"/>
                    <a:pt x="310" y="275"/>
                    <a:pt x="310" y="275"/>
                  </a:cubicBezTo>
                  <a:cubicBezTo>
                    <a:pt x="291" y="275"/>
                    <a:pt x="291" y="275"/>
                    <a:pt x="291" y="275"/>
                  </a:cubicBezTo>
                  <a:cubicBezTo>
                    <a:pt x="291" y="231"/>
                    <a:pt x="291" y="231"/>
                    <a:pt x="291" y="231"/>
                  </a:cubicBezTo>
                  <a:cubicBezTo>
                    <a:pt x="256" y="231"/>
                    <a:pt x="256" y="231"/>
                    <a:pt x="256" y="231"/>
                  </a:cubicBezTo>
                  <a:cubicBezTo>
                    <a:pt x="256" y="213"/>
                    <a:pt x="256" y="213"/>
                    <a:pt x="256" y="213"/>
                  </a:cubicBezTo>
                  <a:cubicBezTo>
                    <a:pt x="291" y="213"/>
                    <a:pt x="291" y="213"/>
                    <a:pt x="291" y="213"/>
                  </a:cubicBezTo>
                  <a:cubicBezTo>
                    <a:pt x="291" y="169"/>
                    <a:pt x="291" y="169"/>
                    <a:pt x="291" y="169"/>
                  </a:cubicBezTo>
                  <a:cubicBezTo>
                    <a:pt x="310" y="169"/>
                    <a:pt x="310" y="169"/>
                    <a:pt x="310" y="169"/>
                  </a:cubicBezTo>
                  <a:cubicBezTo>
                    <a:pt x="310" y="213"/>
                    <a:pt x="310" y="213"/>
                    <a:pt x="310" y="213"/>
                  </a:cubicBezTo>
                  <a:cubicBezTo>
                    <a:pt x="354" y="213"/>
                    <a:pt x="354" y="213"/>
                    <a:pt x="354" y="213"/>
                  </a:cubicBezTo>
                  <a:lnTo>
                    <a:pt x="354" y="231"/>
                  </a:lnTo>
                  <a:close/>
                  <a:moveTo>
                    <a:pt x="194" y="266"/>
                  </a:moveTo>
                  <a:lnTo>
                    <a:pt x="194" y="266"/>
                  </a:lnTo>
                  <a:cubicBezTo>
                    <a:pt x="177" y="266"/>
                    <a:pt x="168" y="266"/>
                    <a:pt x="159" y="275"/>
                  </a:cubicBezTo>
                  <a:cubicBezTo>
                    <a:pt x="159" y="284"/>
                    <a:pt x="150" y="293"/>
                    <a:pt x="150" y="301"/>
                  </a:cubicBezTo>
                  <a:cubicBezTo>
                    <a:pt x="150" y="319"/>
                    <a:pt x="168" y="328"/>
                    <a:pt x="194" y="328"/>
                  </a:cubicBezTo>
                  <a:cubicBezTo>
                    <a:pt x="221" y="319"/>
                    <a:pt x="230" y="310"/>
                    <a:pt x="230" y="293"/>
                  </a:cubicBezTo>
                  <a:cubicBezTo>
                    <a:pt x="230" y="275"/>
                    <a:pt x="212" y="266"/>
                    <a:pt x="194" y="26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" name="Google Shape;171;p34"/>
            <p:cNvSpPr/>
            <p:nvPr/>
          </p:nvSpPr>
          <p:spPr>
            <a:xfrm>
              <a:off x="11264553" y="6450762"/>
              <a:ext cx="170782" cy="168699"/>
            </a:xfrm>
            <a:custGeom>
              <a:rect b="b" l="l" r="r" t="t"/>
              <a:pathLst>
                <a:path extrusionOk="0" h="471" w="479">
                  <a:moveTo>
                    <a:pt x="240" y="0"/>
                  </a:moveTo>
                  <a:lnTo>
                    <a:pt x="240" y="0"/>
                  </a:lnTo>
                  <a:cubicBezTo>
                    <a:pt x="106" y="0"/>
                    <a:pt x="0" y="107"/>
                    <a:pt x="0" y="231"/>
                  </a:cubicBezTo>
                  <a:cubicBezTo>
                    <a:pt x="0" y="363"/>
                    <a:pt x="106" y="470"/>
                    <a:pt x="240" y="470"/>
                  </a:cubicBezTo>
                  <a:cubicBezTo>
                    <a:pt x="372" y="470"/>
                    <a:pt x="478" y="363"/>
                    <a:pt x="478" y="231"/>
                  </a:cubicBezTo>
                  <a:cubicBezTo>
                    <a:pt x="478" y="107"/>
                    <a:pt x="372" y="0"/>
                    <a:pt x="240" y="0"/>
                  </a:cubicBezTo>
                  <a:close/>
                  <a:moveTo>
                    <a:pt x="293" y="160"/>
                  </a:moveTo>
                  <a:lnTo>
                    <a:pt x="293" y="160"/>
                  </a:lnTo>
                  <a:cubicBezTo>
                    <a:pt x="257" y="160"/>
                    <a:pt x="257" y="160"/>
                    <a:pt x="257" y="160"/>
                  </a:cubicBezTo>
                  <a:cubicBezTo>
                    <a:pt x="257" y="160"/>
                    <a:pt x="249" y="169"/>
                    <a:pt x="249" y="178"/>
                  </a:cubicBezTo>
                  <a:cubicBezTo>
                    <a:pt x="249" y="195"/>
                    <a:pt x="249" y="195"/>
                    <a:pt x="249" y="195"/>
                  </a:cubicBezTo>
                  <a:cubicBezTo>
                    <a:pt x="293" y="195"/>
                    <a:pt x="293" y="195"/>
                    <a:pt x="293" y="195"/>
                  </a:cubicBezTo>
                  <a:cubicBezTo>
                    <a:pt x="293" y="240"/>
                    <a:pt x="293" y="240"/>
                    <a:pt x="293" y="240"/>
                  </a:cubicBezTo>
                  <a:cubicBezTo>
                    <a:pt x="249" y="240"/>
                    <a:pt x="249" y="240"/>
                    <a:pt x="249" y="240"/>
                  </a:cubicBezTo>
                  <a:cubicBezTo>
                    <a:pt x="249" y="346"/>
                    <a:pt x="249" y="346"/>
                    <a:pt x="249" y="346"/>
                  </a:cubicBezTo>
                  <a:cubicBezTo>
                    <a:pt x="213" y="346"/>
                    <a:pt x="213" y="346"/>
                    <a:pt x="213" y="346"/>
                  </a:cubicBezTo>
                  <a:cubicBezTo>
                    <a:pt x="213" y="240"/>
                    <a:pt x="213" y="240"/>
                    <a:pt x="213" y="240"/>
                  </a:cubicBezTo>
                  <a:cubicBezTo>
                    <a:pt x="169" y="240"/>
                    <a:pt x="169" y="240"/>
                    <a:pt x="169" y="240"/>
                  </a:cubicBezTo>
                  <a:cubicBezTo>
                    <a:pt x="169" y="195"/>
                    <a:pt x="169" y="195"/>
                    <a:pt x="169" y="195"/>
                  </a:cubicBezTo>
                  <a:cubicBezTo>
                    <a:pt x="213" y="195"/>
                    <a:pt x="213" y="195"/>
                    <a:pt x="213" y="195"/>
                  </a:cubicBezTo>
                  <a:cubicBezTo>
                    <a:pt x="213" y="178"/>
                    <a:pt x="213" y="178"/>
                    <a:pt x="213" y="178"/>
                  </a:cubicBezTo>
                  <a:cubicBezTo>
                    <a:pt x="213" y="151"/>
                    <a:pt x="230" y="125"/>
                    <a:pt x="257" y="125"/>
                  </a:cubicBezTo>
                  <a:cubicBezTo>
                    <a:pt x="293" y="125"/>
                    <a:pt x="293" y="125"/>
                    <a:pt x="293" y="125"/>
                  </a:cubicBezTo>
                  <a:lnTo>
                    <a:pt x="293" y="16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" name="Google Shape;172;p34"/>
            <p:cNvSpPr/>
            <p:nvPr/>
          </p:nvSpPr>
          <p:spPr>
            <a:xfrm>
              <a:off x="11013281" y="6450762"/>
              <a:ext cx="171823" cy="168699"/>
            </a:xfrm>
            <a:custGeom>
              <a:rect b="b" l="l" r="r" t="t"/>
              <a:pathLst>
                <a:path extrusionOk="0" h="471" w="480">
                  <a:moveTo>
                    <a:pt x="239" y="0"/>
                  </a:moveTo>
                  <a:lnTo>
                    <a:pt x="239" y="0"/>
                  </a:lnTo>
                  <a:cubicBezTo>
                    <a:pt x="107" y="0"/>
                    <a:pt x="0" y="107"/>
                    <a:pt x="0" y="231"/>
                  </a:cubicBezTo>
                  <a:cubicBezTo>
                    <a:pt x="0" y="363"/>
                    <a:pt x="107" y="470"/>
                    <a:pt x="239" y="470"/>
                  </a:cubicBezTo>
                  <a:cubicBezTo>
                    <a:pt x="372" y="470"/>
                    <a:pt x="479" y="363"/>
                    <a:pt x="479" y="231"/>
                  </a:cubicBezTo>
                  <a:cubicBezTo>
                    <a:pt x="479" y="107"/>
                    <a:pt x="372" y="0"/>
                    <a:pt x="239" y="0"/>
                  </a:cubicBezTo>
                  <a:close/>
                  <a:moveTo>
                    <a:pt x="337" y="195"/>
                  </a:moveTo>
                  <a:lnTo>
                    <a:pt x="337" y="195"/>
                  </a:lnTo>
                  <a:cubicBezTo>
                    <a:pt x="337" y="257"/>
                    <a:pt x="292" y="328"/>
                    <a:pt x="204" y="328"/>
                  </a:cubicBezTo>
                  <a:cubicBezTo>
                    <a:pt x="178" y="328"/>
                    <a:pt x="151" y="319"/>
                    <a:pt x="133" y="310"/>
                  </a:cubicBezTo>
                  <a:lnTo>
                    <a:pt x="142" y="310"/>
                  </a:lnTo>
                  <a:cubicBezTo>
                    <a:pt x="160" y="310"/>
                    <a:pt x="186" y="301"/>
                    <a:pt x="204" y="293"/>
                  </a:cubicBezTo>
                  <a:cubicBezTo>
                    <a:pt x="178" y="293"/>
                    <a:pt x="160" y="275"/>
                    <a:pt x="160" y="257"/>
                  </a:cubicBezTo>
                  <a:cubicBezTo>
                    <a:pt x="160" y="257"/>
                    <a:pt x="160" y="257"/>
                    <a:pt x="169" y="257"/>
                  </a:cubicBezTo>
                  <a:lnTo>
                    <a:pt x="178" y="257"/>
                  </a:lnTo>
                  <a:cubicBezTo>
                    <a:pt x="160" y="248"/>
                    <a:pt x="142" y="231"/>
                    <a:pt x="142" y="213"/>
                  </a:cubicBezTo>
                  <a:cubicBezTo>
                    <a:pt x="142" y="213"/>
                    <a:pt x="151" y="213"/>
                    <a:pt x="160" y="213"/>
                  </a:cubicBezTo>
                  <a:cubicBezTo>
                    <a:pt x="151" y="204"/>
                    <a:pt x="142" y="195"/>
                    <a:pt x="142" y="178"/>
                  </a:cubicBezTo>
                  <a:cubicBezTo>
                    <a:pt x="142" y="169"/>
                    <a:pt x="142" y="160"/>
                    <a:pt x="151" y="151"/>
                  </a:cubicBezTo>
                  <a:cubicBezTo>
                    <a:pt x="169" y="178"/>
                    <a:pt x="204" y="204"/>
                    <a:pt x="239" y="204"/>
                  </a:cubicBezTo>
                  <a:cubicBezTo>
                    <a:pt x="239" y="195"/>
                    <a:pt x="239" y="195"/>
                    <a:pt x="239" y="195"/>
                  </a:cubicBezTo>
                  <a:cubicBezTo>
                    <a:pt x="239" y="169"/>
                    <a:pt x="266" y="142"/>
                    <a:pt x="292" y="142"/>
                  </a:cubicBezTo>
                  <a:cubicBezTo>
                    <a:pt x="301" y="142"/>
                    <a:pt x="319" y="151"/>
                    <a:pt x="319" y="160"/>
                  </a:cubicBezTo>
                  <a:cubicBezTo>
                    <a:pt x="337" y="160"/>
                    <a:pt x="346" y="151"/>
                    <a:pt x="355" y="151"/>
                  </a:cubicBezTo>
                  <a:cubicBezTo>
                    <a:pt x="346" y="160"/>
                    <a:pt x="346" y="169"/>
                    <a:pt x="337" y="178"/>
                  </a:cubicBezTo>
                  <a:cubicBezTo>
                    <a:pt x="346" y="178"/>
                    <a:pt x="355" y="169"/>
                    <a:pt x="364" y="169"/>
                  </a:cubicBezTo>
                  <a:cubicBezTo>
                    <a:pt x="355" y="178"/>
                    <a:pt x="346" y="187"/>
                    <a:pt x="337" y="19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3" name="Google Shape;173;p34"/>
          <p:cNvSpPr txBox="1"/>
          <p:nvPr/>
        </p:nvSpPr>
        <p:spPr>
          <a:xfrm>
            <a:off x="9068373" y="6316167"/>
            <a:ext cx="2255743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pt-BR" sz="105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Copyright © AeroTech. All rights.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34"/>
          <p:cNvSpPr txBox="1"/>
          <p:nvPr/>
        </p:nvSpPr>
        <p:spPr>
          <a:xfrm>
            <a:off x="593878" y="6311195"/>
            <a:ext cx="2358872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pt-BR" sz="1050" u="none" cap="none" strike="noStrike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www.yourwebsite.com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4_Custom Layout">
  <p:cSld name="24_Custom Layout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5"/>
          <p:cNvSpPr/>
          <p:nvPr>
            <p:ph idx="2" type="pic"/>
          </p:nvPr>
        </p:nvSpPr>
        <p:spPr>
          <a:xfrm>
            <a:off x="0" y="2680333"/>
            <a:ext cx="6096000" cy="3062676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4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ustom Layout">
  <p:cSld name="4_Custom Layout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6"/>
          <p:cNvSpPr/>
          <p:nvPr>
            <p:ph idx="2" type="pic"/>
          </p:nvPr>
        </p:nvSpPr>
        <p:spPr>
          <a:xfrm>
            <a:off x="2458066" y="914400"/>
            <a:ext cx="7275870" cy="2964426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6_Custom Layout">
  <p:cSld name="36_Custom Layout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7"/>
          <p:cNvSpPr/>
          <p:nvPr>
            <p:ph idx="2" type="pic"/>
          </p:nvPr>
        </p:nvSpPr>
        <p:spPr>
          <a:xfrm>
            <a:off x="1" y="0"/>
            <a:ext cx="12192000" cy="3428999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4_Custom Layout">
  <p:cSld name="34_Custom Layout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2_Custom Layout">
  <p:cSld name="32_Custom Layout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1_Custom Layout">
  <p:cSld name="31_Custom Layout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40"/>
          <p:cNvSpPr/>
          <p:nvPr/>
        </p:nvSpPr>
        <p:spPr>
          <a:xfrm flipH="1">
            <a:off x="0" y="723900"/>
            <a:ext cx="6105614" cy="5410199"/>
          </a:xfrm>
          <a:custGeom>
            <a:rect b="b" l="l" r="r" t="t"/>
            <a:pathLst>
              <a:path extrusionOk="0" h="16960" w="19140">
                <a:moveTo>
                  <a:pt x="19140" y="2066"/>
                </a:moveTo>
                <a:lnTo>
                  <a:pt x="18960" y="1843"/>
                </a:lnTo>
                <a:lnTo>
                  <a:pt x="18773" y="1632"/>
                </a:lnTo>
                <a:lnTo>
                  <a:pt x="18580" y="1435"/>
                </a:lnTo>
                <a:lnTo>
                  <a:pt x="18382" y="1250"/>
                </a:lnTo>
                <a:lnTo>
                  <a:pt x="18180" y="1079"/>
                </a:lnTo>
                <a:lnTo>
                  <a:pt x="17974" y="920"/>
                </a:lnTo>
                <a:lnTo>
                  <a:pt x="17762" y="773"/>
                </a:lnTo>
                <a:lnTo>
                  <a:pt x="17547" y="640"/>
                </a:lnTo>
                <a:lnTo>
                  <a:pt x="17326" y="519"/>
                </a:lnTo>
                <a:lnTo>
                  <a:pt x="17102" y="412"/>
                </a:lnTo>
                <a:lnTo>
                  <a:pt x="16876" y="316"/>
                </a:lnTo>
                <a:lnTo>
                  <a:pt x="16645" y="233"/>
                </a:lnTo>
                <a:lnTo>
                  <a:pt x="16411" y="162"/>
                </a:lnTo>
                <a:lnTo>
                  <a:pt x="16175" y="105"/>
                </a:lnTo>
                <a:lnTo>
                  <a:pt x="15936" y="61"/>
                </a:lnTo>
                <a:lnTo>
                  <a:pt x="15694" y="27"/>
                </a:lnTo>
                <a:lnTo>
                  <a:pt x="15451" y="8"/>
                </a:lnTo>
                <a:lnTo>
                  <a:pt x="15205" y="0"/>
                </a:lnTo>
                <a:lnTo>
                  <a:pt x="14959" y="4"/>
                </a:lnTo>
                <a:lnTo>
                  <a:pt x="14710" y="22"/>
                </a:lnTo>
                <a:lnTo>
                  <a:pt x="14461" y="52"/>
                </a:lnTo>
                <a:lnTo>
                  <a:pt x="14209" y="94"/>
                </a:lnTo>
                <a:lnTo>
                  <a:pt x="13958" y="148"/>
                </a:lnTo>
                <a:lnTo>
                  <a:pt x="13706" y="215"/>
                </a:lnTo>
                <a:lnTo>
                  <a:pt x="13455" y="294"/>
                </a:lnTo>
                <a:lnTo>
                  <a:pt x="13202" y="386"/>
                </a:lnTo>
                <a:lnTo>
                  <a:pt x="12951" y="490"/>
                </a:lnTo>
                <a:lnTo>
                  <a:pt x="12699" y="606"/>
                </a:lnTo>
                <a:lnTo>
                  <a:pt x="12448" y="734"/>
                </a:lnTo>
                <a:lnTo>
                  <a:pt x="12199" y="874"/>
                </a:lnTo>
                <a:lnTo>
                  <a:pt x="11949" y="1027"/>
                </a:lnTo>
                <a:lnTo>
                  <a:pt x="11703" y="1191"/>
                </a:lnTo>
                <a:lnTo>
                  <a:pt x="11611" y="1259"/>
                </a:lnTo>
                <a:lnTo>
                  <a:pt x="11522" y="1328"/>
                </a:lnTo>
                <a:lnTo>
                  <a:pt x="11433" y="1402"/>
                </a:lnTo>
                <a:lnTo>
                  <a:pt x="11347" y="1480"/>
                </a:lnTo>
                <a:lnTo>
                  <a:pt x="11261" y="1560"/>
                </a:lnTo>
                <a:lnTo>
                  <a:pt x="11175" y="1644"/>
                </a:lnTo>
                <a:lnTo>
                  <a:pt x="11090" y="1731"/>
                </a:lnTo>
                <a:lnTo>
                  <a:pt x="11005" y="1819"/>
                </a:lnTo>
                <a:lnTo>
                  <a:pt x="10833" y="2000"/>
                </a:lnTo>
                <a:lnTo>
                  <a:pt x="10660" y="2187"/>
                </a:lnTo>
                <a:lnTo>
                  <a:pt x="10571" y="2280"/>
                </a:lnTo>
                <a:lnTo>
                  <a:pt x="10481" y="2374"/>
                </a:lnTo>
                <a:lnTo>
                  <a:pt x="10390" y="2467"/>
                </a:lnTo>
                <a:lnTo>
                  <a:pt x="10297" y="2559"/>
                </a:lnTo>
                <a:lnTo>
                  <a:pt x="10201" y="2652"/>
                </a:lnTo>
                <a:lnTo>
                  <a:pt x="10103" y="2742"/>
                </a:lnTo>
                <a:lnTo>
                  <a:pt x="10002" y="2830"/>
                </a:lnTo>
                <a:lnTo>
                  <a:pt x="9898" y="2916"/>
                </a:lnTo>
                <a:lnTo>
                  <a:pt x="9792" y="3000"/>
                </a:lnTo>
                <a:lnTo>
                  <a:pt x="9681" y="3082"/>
                </a:lnTo>
                <a:lnTo>
                  <a:pt x="9566" y="3160"/>
                </a:lnTo>
                <a:lnTo>
                  <a:pt x="9449" y="3235"/>
                </a:lnTo>
                <a:lnTo>
                  <a:pt x="9327" y="3306"/>
                </a:lnTo>
                <a:lnTo>
                  <a:pt x="9200" y="3372"/>
                </a:lnTo>
                <a:lnTo>
                  <a:pt x="9069" y="3434"/>
                </a:lnTo>
                <a:lnTo>
                  <a:pt x="8933" y="3491"/>
                </a:lnTo>
                <a:lnTo>
                  <a:pt x="8792" y="3543"/>
                </a:lnTo>
                <a:lnTo>
                  <a:pt x="8644" y="3588"/>
                </a:lnTo>
                <a:lnTo>
                  <a:pt x="8492" y="3629"/>
                </a:lnTo>
                <a:lnTo>
                  <a:pt x="8333" y="3663"/>
                </a:lnTo>
                <a:lnTo>
                  <a:pt x="7915" y="3745"/>
                </a:lnTo>
                <a:lnTo>
                  <a:pt x="7507" y="3832"/>
                </a:lnTo>
                <a:lnTo>
                  <a:pt x="7108" y="3921"/>
                </a:lnTo>
                <a:lnTo>
                  <a:pt x="6718" y="4016"/>
                </a:lnTo>
                <a:lnTo>
                  <a:pt x="6337" y="4116"/>
                </a:lnTo>
                <a:lnTo>
                  <a:pt x="5966" y="4220"/>
                </a:lnTo>
                <a:lnTo>
                  <a:pt x="5604" y="4330"/>
                </a:lnTo>
                <a:lnTo>
                  <a:pt x="5253" y="4444"/>
                </a:lnTo>
                <a:lnTo>
                  <a:pt x="4912" y="4564"/>
                </a:lnTo>
                <a:lnTo>
                  <a:pt x="4580" y="4689"/>
                </a:lnTo>
                <a:lnTo>
                  <a:pt x="4259" y="4821"/>
                </a:lnTo>
                <a:lnTo>
                  <a:pt x="3949" y="4959"/>
                </a:lnTo>
                <a:lnTo>
                  <a:pt x="3650" y="5101"/>
                </a:lnTo>
                <a:lnTo>
                  <a:pt x="3360" y="5252"/>
                </a:lnTo>
                <a:lnTo>
                  <a:pt x="3081" y="5409"/>
                </a:lnTo>
                <a:lnTo>
                  <a:pt x="2814" y="5572"/>
                </a:lnTo>
                <a:lnTo>
                  <a:pt x="2556" y="5743"/>
                </a:lnTo>
                <a:lnTo>
                  <a:pt x="2311" y="5921"/>
                </a:lnTo>
                <a:lnTo>
                  <a:pt x="2077" y="6106"/>
                </a:lnTo>
                <a:lnTo>
                  <a:pt x="1855" y="6299"/>
                </a:lnTo>
                <a:lnTo>
                  <a:pt x="1643" y="6499"/>
                </a:lnTo>
                <a:lnTo>
                  <a:pt x="1444" y="6709"/>
                </a:lnTo>
                <a:lnTo>
                  <a:pt x="1256" y="6926"/>
                </a:lnTo>
                <a:lnTo>
                  <a:pt x="1080" y="7151"/>
                </a:lnTo>
                <a:lnTo>
                  <a:pt x="916" y="7386"/>
                </a:lnTo>
                <a:lnTo>
                  <a:pt x="765" y="7629"/>
                </a:lnTo>
                <a:lnTo>
                  <a:pt x="626" y="7880"/>
                </a:lnTo>
                <a:lnTo>
                  <a:pt x="499" y="8143"/>
                </a:lnTo>
                <a:lnTo>
                  <a:pt x="384" y="8414"/>
                </a:lnTo>
                <a:lnTo>
                  <a:pt x="283" y="8694"/>
                </a:lnTo>
                <a:lnTo>
                  <a:pt x="194" y="8984"/>
                </a:lnTo>
                <a:lnTo>
                  <a:pt x="118" y="9284"/>
                </a:lnTo>
                <a:lnTo>
                  <a:pt x="82" y="9458"/>
                </a:lnTo>
                <a:lnTo>
                  <a:pt x="52" y="9632"/>
                </a:lnTo>
                <a:lnTo>
                  <a:pt x="30" y="9803"/>
                </a:lnTo>
                <a:lnTo>
                  <a:pt x="13" y="9974"/>
                </a:lnTo>
                <a:lnTo>
                  <a:pt x="3" y="10144"/>
                </a:lnTo>
                <a:lnTo>
                  <a:pt x="0" y="10315"/>
                </a:lnTo>
                <a:lnTo>
                  <a:pt x="3" y="10482"/>
                </a:lnTo>
                <a:lnTo>
                  <a:pt x="14" y="10650"/>
                </a:lnTo>
                <a:lnTo>
                  <a:pt x="32" y="10816"/>
                </a:lnTo>
                <a:lnTo>
                  <a:pt x="56" y="10981"/>
                </a:lnTo>
                <a:lnTo>
                  <a:pt x="88" y="11145"/>
                </a:lnTo>
                <a:lnTo>
                  <a:pt x="127" y="11308"/>
                </a:lnTo>
                <a:lnTo>
                  <a:pt x="173" y="11469"/>
                </a:lnTo>
                <a:lnTo>
                  <a:pt x="226" y="11629"/>
                </a:lnTo>
                <a:lnTo>
                  <a:pt x="287" y="11788"/>
                </a:lnTo>
                <a:lnTo>
                  <a:pt x="354" y="11945"/>
                </a:lnTo>
                <a:lnTo>
                  <a:pt x="429" y="12101"/>
                </a:lnTo>
                <a:lnTo>
                  <a:pt x="512" y="12254"/>
                </a:lnTo>
                <a:lnTo>
                  <a:pt x="603" y="12406"/>
                </a:lnTo>
                <a:lnTo>
                  <a:pt x="701" y="12557"/>
                </a:lnTo>
                <a:lnTo>
                  <a:pt x="807" y="12707"/>
                </a:lnTo>
                <a:lnTo>
                  <a:pt x="920" y="12854"/>
                </a:lnTo>
                <a:lnTo>
                  <a:pt x="1043" y="12999"/>
                </a:lnTo>
                <a:lnTo>
                  <a:pt x="1172" y="13143"/>
                </a:lnTo>
                <a:lnTo>
                  <a:pt x="1310" y="13285"/>
                </a:lnTo>
                <a:lnTo>
                  <a:pt x="1455" y="13425"/>
                </a:lnTo>
                <a:lnTo>
                  <a:pt x="1608" y="13563"/>
                </a:lnTo>
                <a:lnTo>
                  <a:pt x="1771" y="13699"/>
                </a:lnTo>
                <a:lnTo>
                  <a:pt x="1941" y="13833"/>
                </a:lnTo>
                <a:lnTo>
                  <a:pt x="2118" y="13965"/>
                </a:lnTo>
                <a:lnTo>
                  <a:pt x="2305" y="14094"/>
                </a:lnTo>
                <a:lnTo>
                  <a:pt x="2500" y="14221"/>
                </a:lnTo>
                <a:lnTo>
                  <a:pt x="2611" y="14289"/>
                </a:lnTo>
                <a:lnTo>
                  <a:pt x="2726" y="14353"/>
                </a:lnTo>
                <a:lnTo>
                  <a:pt x="2842" y="14414"/>
                </a:lnTo>
                <a:lnTo>
                  <a:pt x="2961" y="14471"/>
                </a:lnTo>
                <a:lnTo>
                  <a:pt x="3082" y="14525"/>
                </a:lnTo>
                <a:lnTo>
                  <a:pt x="3204" y="14575"/>
                </a:lnTo>
                <a:lnTo>
                  <a:pt x="3330" y="14622"/>
                </a:lnTo>
                <a:lnTo>
                  <a:pt x="3457" y="14666"/>
                </a:lnTo>
                <a:lnTo>
                  <a:pt x="3587" y="14707"/>
                </a:lnTo>
                <a:lnTo>
                  <a:pt x="3718" y="14744"/>
                </a:lnTo>
                <a:lnTo>
                  <a:pt x="3852" y="14779"/>
                </a:lnTo>
                <a:lnTo>
                  <a:pt x="3987" y="14810"/>
                </a:lnTo>
                <a:lnTo>
                  <a:pt x="4125" y="14839"/>
                </a:lnTo>
                <a:lnTo>
                  <a:pt x="4264" y="14865"/>
                </a:lnTo>
                <a:lnTo>
                  <a:pt x="4405" y="14888"/>
                </a:lnTo>
                <a:lnTo>
                  <a:pt x="4548" y="14908"/>
                </a:lnTo>
                <a:lnTo>
                  <a:pt x="4693" y="14926"/>
                </a:lnTo>
                <a:lnTo>
                  <a:pt x="4839" y="14942"/>
                </a:lnTo>
                <a:lnTo>
                  <a:pt x="4986" y="14954"/>
                </a:lnTo>
                <a:lnTo>
                  <a:pt x="5136" y="14965"/>
                </a:lnTo>
                <a:lnTo>
                  <a:pt x="5287" y="14973"/>
                </a:lnTo>
                <a:lnTo>
                  <a:pt x="5439" y="14979"/>
                </a:lnTo>
                <a:lnTo>
                  <a:pt x="5593" y="14983"/>
                </a:lnTo>
                <a:lnTo>
                  <a:pt x="5749" y="14984"/>
                </a:lnTo>
                <a:lnTo>
                  <a:pt x="5904" y="14983"/>
                </a:lnTo>
                <a:lnTo>
                  <a:pt x="6063" y="14980"/>
                </a:lnTo>
                <a:lnTo>
                  <a:pt x="6222" y="14977"/>
                </a:lnTo>
                <a:lnTo>
                  <a:pt x="6383" y="14970"/>
                </a:lnTo>
                <a:lnTo>
                  <a:pt x="6545" y="14961"/>
                </a:lnTo>
                <a:lnTo>
                  <a:pt x="6708" y="14952"/>
                </a:lnTo>
                <a:lnTo>
                  <a:pt x="6872" y="14940"/>
                </a:lnTo>
                <a:lnTo>
                  <a:pt x="7036" y="14926"/>
                </a:lnTo>
                <a:lnTo>
                  <a:pt x="7228" y="14904"/>
                </a:lnTo>
                <a:lnTo>
                  <a:pt x="7419" y="14882"/>
                </a:lnTo>
                <a:lnTo>
                  <a:pt x="7610" y="14862"/>
                </a:lnTo>
                <a:lnTo>
                  <a:pt x="7800" y="14845"/>
                </a:lnTo>
                <a:lnTo>
                  <a:pt x="7990" y="14831"/>
                </a:lnTo>
                <a:lnTo>
                  <a:pt x="8180" y="14820"/>
                </a:lnTo>
                <a:lnTo>
                  <a:pt x="8369" y="14810"/>
                </a:lnTo>
                <a:lnTo>
                  <a:pt x="8558" y="14804"/>
                </a:lnTo>
                <a:lnTo>
                  <a:pt x="8746" y="14802"/>
                </a:lnTo>
                <a:lnTo>
                  <a:pt x="8934" y="14802"/>
                </a:lnTo>
                <a:lnTo>
                  <a:pt x="9121" y="14805"/>
                </a:lnTo>
                <a:lnTo>
                  <a:pt x="9308" y="14811"/>
                </a:lnTo>
                <a:lnTo>
                  <a:pt x="9493" y="14822"/>
                </a:lnTo>
                <a:lnTo>
                  <a:pt x="9678" y="14835"/>
                </a:lnTo>
                <a:lnTo>
                  <a:pt x="9862" y="14853"/>
                </a:lnTo>
                <a:lnTo>
                  <a:pt x="10045" y="14875"/>
                </a:lnTo>
                <a:lnTo>
                  <a:pt x="10229" y="14900"/>
                </a:lnTo>
                <a:lnTo>
                  <a:pt x="10409" y="14929"/>
                </a:lnTo>
                <a:lnTo>
                  <a:pt x="10590" y="14962"/>
                </a:lnTo>
                <a:lnTo>
                  <a:pt x="10771" y="15001"/>
                </a:lnTo>
                <a:lnTo>
                  <a:pt x="10950" y="15043"/>
                </a:lnTo>
                <a:lnTo>
                  <a:pt x="11128" y="15089"/>
                </a:lnTo>
                <a:lnTo>
                  <a:pt x="11304" y="15141"/>
                </a:lnTo>
                <a:lnTo>
                  <a:pt x="11480" y="15196"/>
                </a:lnTo>
                <a:lnTo>
                  <a:pt x="11655" y="15257"/>
                </a:lnTo>
                <a:lnTo>
                  <a:pt x="11828" y="15323"/>
                </a:lnTo>
                <a:lnTo>
                  <a:pt x="12001" y="15395"/>
                </a:lnTo>
                <a:lnTo>
                  <a:pt x="12172" y="15471"/>
                </a:lnTo>
                <a:lnTo>
                  <a:pt x="12342" y="15553"/>
                </a:lnTo>
                <a:lnTo>
                  <a:pt x="12510" y="15639"/>
                </a:lnTo>
                <a:lnTo>
                  <a:pt x="12678" y="15733"/>
                </a:lnTo>
                <a:lnTo>
                  <a:pt x="12843" y="15831"/>
                </a:lnTo>
                <a:lnTo>
                  <a:pt x="13019" y="15935"/>
                </a:lnTo>
                <a:lnTo>
                  <a:pt x="13196" y="16034"/>
                </a:lnTo>
                <a:lnTo>
                  <a:pt x="13376" y="16128"/>
                </a:lnTo>
                <a:lnTo>
                  <a:pt x="13555" y="16215"/>
                </a:lnTo>
                <a:lnTo>
                  <a:pt x="13737" y="16298"/>
                </a:lnTo>
                <a:lnTo>
                  <a:pt x="13921" y="16375"/>
                </a:lnTo>
                <a:lnTo>
                  <a:pt x="14105" y="16447"/>
                </a:lnTo>
                <a:lnTo>
                  <a:pt x="14292" y="16514"/>
                </a:lnTo>
                <a:lnTo>
                  <a:pt x="14479" y="16575"/>
                </a:lnTo>
                <a:lnTo>
                  <a:pt x="14668" y="16632"/>
                </a:lnTo>
                <a:lnTo>
                  <a:pt x="14858" y="16684"/>
                </a:lnTo>
                <a:lnTo>
                  <a:pt x="15050" y="16730"/>
                </a:lnTo>
                <a:lnTo>
                  <a:pt x="15243" y="16774"/>
                </a:lnTo>
                <a:lnTo>
                  <a:pt x="15437" y="16811"/>
                </a:lnTo>
                <a:lnTo>
                  <a:pt x="15633" y="16844"/>
                </a:lnTo>
                <a:lnTo>
                  <a:pt x="15829" y="16873"/>
                </a:lnTo>
                <a:lnTo>
                  <a:pt x="16027" y="16898"/>
                </a:lnTo>
                <a:lnTo>
                  <a:pt x="16227" y="16918"/>
                </a:lnTo>
                <a:lnTo>
                  <a:pt x="16427" y="16934"/>
                </a:lnTo>
                <a:lnTo>
                  <a:pt x="16629" y="16947"/>
                </a:lnTo>
                <a:lnTo>
                  <a:pt x="16833" y="16954"/>
                </a:lnTo>
                <a:lnTo>
                  <a:pt x="17036" y="16959"/>
                </a:lnTo>
                <a:lnTo>
                  <a:pt x="17242" y="16960"/>
                </a:lnTo>
                <a:lnTo>
                  <a:pt x="17448" y="16957"/>
                </a:lnTo>
                <a:lnTo>
                  <a:pt x="17656" y="16951"/>
                </a:lnTo>
                <a:lnTo>
                  <a:pt x="17865" y="16940"/>
                </a:lnTo>
                <a:lnTo>
                  <a:pt x="18075" y="16927"/>
                </a:lnTo>
                <a:lnTo>
                  <a:pt x="18285" y="16910"/>
                </a:lnTo>
                <a:lnTo>
                  <a:pt x="18497" y="16890"/>
                </a:lnTo>
                <a:lnTo>
                  <a:pt x="18711" y="16867"/>
                </a:lnTo>
                <a:lnTo>
                  <a:pt x="18925" y="16841"/>
                </a:lnTo>
                <a:lnTo>
                  <a:pt x="19140" y="16811"/>
                </a:lnTo>
                <a:lnTo>
                  <a:pt x="19140" y="2066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40"/>
          <p:cNvSpPr/>
          <p:nvPr>
            <p:ph idx="2" type="pic"/>
          </p:nvPr>
        </p:nvSpPr>
        <p:spPr>
          <a:xfrm>
            <a:off x="0" y="876300"/>
            <a:ext cx="6105614" cy="5410199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0_Custom Layout">
  <p:cSld name="30_Custom Layout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41"/>
          <p:cNvSpPr/>
          <p:nvPr>
            <p:ph idx="2" type="pic"/>
          </p:nvPr>
        </p:nvSpPr>
        <p:spPr>
          <a:xfrm>
            <a:off x="5346700" y="1485900"/>
            <a:ext cx="6845300" cy="3071813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88" name="Google Shape;188;p41"/>
          <p:cNvSpPr/>
          <p:nvPr>
            <p:ph idx="3" type="pic"/>
          </p:nvPr>
        </p:nvSpPr>
        <p:spPr>
          <a:xfrm>
            <a:off x="6931039" y="3082414"/>
            <a:ext cx="5260961" cy="2839414"/>
          </a:xfrm>
          <a:prstGeom prst="rect">
            <a:avLst/>
          </a:prstGeom>
          <a:solidFill>
            <a:srgbClr val="F2F2F2">
              <a:alpha val="20000"/>
            </a:srgbClr>
          </a:solidFill>
          <a:ln>
            <a:noFill/>
          </a:ln>
        </p:spPr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9_Custom Layout">
  <p:cSld name="29_Custom Layout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2"/>
          <p:cNvSpPr/>
          <p:nvPr>
            <p:ph idx="2" type="pic"/>
          </p:nvPr>
        </p:nvSpPr>
        <p:spPr>
          <a:xfrm>
            <a:off x="5524500" y="0"/>
            <a:ext cx="66675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20" Type="http://schemas.openxmlformats.org/officeDocument/2006/relationships/slideLayout" Target="../slideLayouts/slideLayout1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43" Type="http://schemas.openxmlformats.org/officeDocument/2006/relationships/theme" Target="../theme/theme1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29" Type="http://schemas.openxmlformats.org/officeDocument/2006/relationships/slideLayout" Target="../slideLayouts/slideLayout28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0.xml"/><Relationship Id="rId33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9.xml"/><Relationship Id="rId32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12.xml"/><Relationship Id="rId35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11.xml"/><Relationship Id="rId34" Type="http://schemas.openxmlformats.org/officeDocument/2006/relationships/slideLayout" Target="../slideLayouts/slideLayout33.xml"/><Relationship Id="rId15" Type="http://schemas.openxmlformats.org/officeDocument/2006/relationships/slideLayout" Target="../slideLayouts/slideLayout14.xml"/><Relationship Id="rId37" Type="http://schemas.openxmlformats.org/officeDocument/2006/relationships/slideLayout" Target="../slideLayouts/slideLayout36.xml"/><Relationship Id="rId14" Type="http://schemas.openxmlformats.org/officeDocument/2006/relationships/slideLayout" Target="../slideLayouts/slideLayout13.xml"/><Relationship Id="rId36" Type="http://schemas.openxmlformats.org/officeDocument/2006/relationships/slideLayout" Target="../slideLayouts/slideLayout35.xml"/><Relationship Id="rId17" Type="http://schemas.openxmlformats.org/officeDocument/2006/relationships/slideLayout" Target="../slideLayouts/slideLayout16.xml"/><Relationship Id="rId39" Type="http://schemas.openxmlformats.org/officeDocument/2006/relationships/slideLayout" Target="../slideLayouts/slideLayout38.xml"/><Relationship Id="rId16" Type="http://schemas.openxmlformats.org/officeDocument/2006/relationships/slideLayout" Target="../slideLayouts/slideLayout15.xml"/><Relationship Id="rId38" Type="http://schemas.openxmlformats.org/officeDocument/2006/relationships/slideLayout" Target="../slideLayouts/slideLayout37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/>
        </p:nvSpPr>
        <p:spPr>
          <a:xfrm flipH="1">
            <a:off x="9442630" y="178589"/>
            <a:ext cx="2438505" cy="1015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fld id="{00000000-1234-1234-1234-123412341234}" type="slidenum">
              <a:rPr b="1" i="0" lang="pt-BR" sz="6000" u="none" cap="none" strike="noStrik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 b="1" i="0" sz="28700" u="none" cap="none" strike="noStrike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11" name="Google Shape;11;p1"/>
          <p:cNvGrpSpPr/>
          <p:nvPr/>
        </p:nvGrpSpPr>
        <p:grpSpPr>
          <a:xfrm>
            <a:off x="8794982" y="6304845"/>
            <a:ext cx="3397018" cy="265238"/>
            <a:chOff x="8794982" y="6304845"/>
            <a:chExt cx="3397018" cy="265238"/>
          </a:xfrm>
        </p:grpSpPr>
        <p:sp>
          <p:nvSpPr>
            <p:cNvPr id="12" name="Google Shape;12;p1"/>
            <p:cNvSpPr/>
            <p:nvPr/>
          </p:nvSpPr>
          <p:spPr>
            <a:xfrm>
              <a:off x="8794982" y="6304845"/>
              <a:ext cx="3397018" cy="260266"/>
            </a:xfrm>
            <a:custGeom>
              <a:rect b="b" l="l" r="r" t="t"/>
              <a:pathLst>
                <a:path extrusionOk="0" h="260266" w="3397018">
                  <a:moveTo>
                    <a:pt x="203200" y="0"/>
                  </a:moveTo>
                  <a:lnTo>
                    <a:pt x="3397018" y="5745"/>
                  </a:lnTo>
                  <a:lnTo>
                    <a:pt x="3397018" y="260266"/>
                  </a:lnTo>
                  <a:lnTo>
                    <a:pt x="0" y="260266"/>
                  </a:lnTo>
                  <a:lnTo>
                    <a:pt x="203200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  <a:effectLst>
              <a:outerShdw blurRad="139700" rotWithShape="0" algn="t" dir="5400000" dist="25400">
                <a:srgbClr val="000000">
                  <a:alpha val="12549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3;p1"/>
            <p:cNvSpPr txBox="1"/>
            <p:nvPr/>
          </p:nvSpPr>
          <p:spPr>
            <a:xfrm>
              <a:off x="9068373" y="6316167"/>
              <a:ext cx="2812762" cy="2539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1" i="0" lang="pt-BR" sz="1050" u="none" cap="none" strike="noStrike">
                  <a:solidFill>
                    <a:schemeClr val="lt1"/>
                  </a:solidFill>
                  <a:latin typeface="Open Sans"/>
                  <a:ea typeface="Open Sans"/>
                  <a:cs typeface="Open Sans"/>
                  <a:sym typeface="Open Sans"/>
                </a:rPr>
                <a:t>Treinamento para Certificação - SENAI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4" name="Google Shape;14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420142" y="-168204"/>
            <a:ext cx="1399032" cy="1399032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26.png"/><Relationship Id="rId9" Type="http://schemas.openxmlformats.org/officeDocument/2006/relationships/image" Target="../media/image11.png"/><Relationship Id="rId5" Type="http://schemas.openxmlformats.org/officeDocument/2006/relationships/image" Target="../media/image2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10" Type="http://schemas.openxmlformats.org/officeDocument/2006/relationships/image" Target="../media/image2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Relationship Id="rId4" Type="http://schemas.openxmlformats.org/officeDocument/2006/relationships/image" Target="../media/image2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4.png"/><Relationship Id="rId4" Type="http://schemas.openxmlformats.org/officeDocument/2006/relationships/image" Target="../media/image18.jpg"/><Relationship Id="rId5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5" name="Google Shape;195;p43"/>
          <p:cNvGrpSpPr/>
          <p:nvPr/>
        </p:nvGrpSpPr>
        <p:grpSpPr>
          <a:xfrm>
            <a:off x="1767348" y="-899652"/>
            <a:ext cx="8657304" cy="8657304"/>
            <a:chOff x="1767348" y="-899652"/>
            <a:chExt cx="8657304" cy="8657304"/>
          </a:xfrm>
        </p:grpSpPr>
        <p:grpSp>
          <p:nvGrpSpPr>
            <p:cNvPr id="196" name="Google Shape;196;p43"/>
            <p:cNvGrpSpPr/>
            <p:nvPr/>
          </p:nvGrpSpPr>
          <p:grpSpPr>
            <a:xfrm>
              <a:off x="1767348" y="-899652"/>
              <a:ext cx="8657304" cy="8657304"/>
              <a:chOff x="-6110596" y="4728339"/>
              <a:chExt cx="3870316" cy="3870316"/>
            </a:xfrm>
          </p:grpSpPr>
          <p:sp>
            <p:nvSpPr>
              <p:cNvPr id="197" name="Google Shape;197;p43"/>
              <p:cNvSpPr/>
              <p:nvPr/>
            </p:nvSpPr>
            <p:spPr>
              <a:xfrm>
                <a:off x="-5866885" y="4972050"/>
                <a:ext cx="3382894" cy="3382894"/>
              </a:xfrm>
              <a:prstGeom prst="ellipse">
                <a:avLst/>
              </a:prstGeom>
              <a:noFill/>
              <a:ln cap="flat" cmpd="sng" w="12700">
                <a:solidFill>
                  <a:srgbClr val="D8D8D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" name="Google Shape;198;p43"/>
              <p:cNvSpPr/>
              <p:nvPr/>
            </p:nvSpPr>
            <p:spPr>
              <a:xfrm>
                <a:off x="-6110596" y="4728339"/>
                <a:ext cx="3870316" cy="3870316"/>
              </a:xfrm>
              <a:prstGeom prst="ellipse">
                <a:avLst/>
              </a:prstGeom>
              <a:noFill/>
              <a:ln cap="flat" cmpd="sng" w="12700">
                <a:solidFill>
                  <a:srgbClr val="D8D8D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" name="Google Shape;199;p43"/>
              <p:cNvSpPr/>
              <p:nvPr/>
            </p:nvSpPr>
            <p:spPr>
              <a:xfrm>
                <a:off x="-5506817" y="5332118"/>
                <a:ext cx="2662758" cy="2662758"/>
              </a:xfrm>
              <a:prstGeom prst="ellipse">
                <a:avLst/>
              </a:prstGeom>
              <a:noFill/>
              <a:ln cap="flat" cmpd="sng" w="12700">
                <a:solidFill>
                  <a:srgbClr val="D8D8D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" name="Google Shape;200;p43"/>
              <p:cNvSpPr/>
              <p:nvPr/>
            </p:nvSpPr>
            <p:spPr>
              <a:xfrm>
                <a:off x="-5181278" y="5657657"/>
                <a:ext cx="2011680" cy="2011680"/>
              </a:xfrm>
              <a:prstGeom prst="ellipse">
                <a:avLst/>
              </a:prstGeom>
              <a:noFill/>
              <a:ln cap="flat" cmpd="sng" w="12700">
                <a:solidFill>
                  <a:srgbClr val="D8D8D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1" name="Google Shape;201;p43"/>
            <p:cNvGrpSpPr/>
            <p:nvPr/>
          </p:nvGrpSpPr>
          <p:grpSpPr>
            <a:xfrm>
              <a:off x="2647813" y="775384"/>
              <a:ext cx="6426280" cy="4942000"/>
              <a:chOff x="-5716977" y="2252173"/>
              <a:chExt cx="2872919" cy="2209360"/>
            </a:xfrm>
          </p:grpSpPr>
          <p:sp>
            <p:nvSpPr>
              <p:cNvPr id="202" name="Google Shape;202;p43"/>
              <p:cNvSpPr/>
              <p:nvPr/>
            </p:nvSpPr>
            <p:spPr>
              <a:xfrm>
                <a:off x="-3159527" y="2619284"/>
                <a:ext cx="127402" cy="127402"/>
              </a:xfrm>
              <a:prstGeom prst="ellipse">
                <a:avLst/>
              </a:prstGeom>
              <a:solidFill>
                <a:srgbClr val="2246F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" name="Google Shape;203;p43"/>
              <p:cNvSpPr/>
              <p:nvPr/>
            </p:nvSpPr>
            <p:spPr>
              <a:xfrm>
                <a:off x="-2971460" y="2252173"/>
                <a:ext cx="127402" cy="127402"/>
              </a:xfrm>
              <a:prstGeom prst="ellipse">
                <a:avLst/>
              </a:prstGeom>
              <a:solidFill>
                <a:srgbClr val="2246F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4" name="Google Shape;204;p43"/>
              <p:cNvSpPr/>
              <p:nvPr/>
            </p:nvSpPr>
            <p:spPr>
              <a:xfrm>
                <a:off x="-5410548" y="2746686"/>
                <a:ext cx="127402" cy="127402"/>
              </a:xfrm>
              <a:prstGeom prst="ellipse">
                <a:avLst/>
              </a:prstGeom>
              <a:solidFill>
                <a:srgbClr val="2246F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" name="Google Shape;205;p43"/>
              <p:cNvSpPr/>
              <p:nvPr/>
            </p:nvSpPr>
            <p:spPr>
              <a:xfrm>
                <a:off x="-5716977" y="4240869"/>
                <a:ext cx="127402" cy="127402"/>
              </a:xfrm>
              <a:prstGeom prst="ellipse">
                <a:avLst/>
              </a:prstGeom>
              <a:solidFill>
                <a:srgbClr val="2246F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" name="Google Shape;206;p43"/>
              <p:cNvSpPr/>
              <p:nvPr/>
            </p:nvSpPr>
            <p:spPr>
              <a:xfrm>
                <a:off x="-4480790" y="4348940"/>
                <a:ext cx="112593" cy="112593"/>
              </a:xfrm>
              <a:prstGeom prst="ellipse">
                <a:avLst/>
              </a:prstGeom>
              <a:solidFill>
                <a:srgbClr val="2246F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" name="Google Shape;207;p43"/>
              <p:cNvSpPr/>
              <p:nvPr/>
            </p:nvSpPr>
            <p:spPr>
              <a:xfrm>
                <a:off x="-3119421" y="4102065"/>
                <a:ext cx="112593" cy="112593"/>
              </a:xfrm>
              <a:prstGeom prst="ellipse">
                <a:avLst/>
              </a:prstGeom>
              <a:solidFill>
                <a:srgbClr val="2246F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08" name="Google Shape;208;p43"/>
          <p:cNvSpPr txBox="1"/>
          <p:nvPr/>
        </p:nvSpPr>
        <p:spPr>
          <a:xfrm>
            <a:off x="-420254" y="2159551"/>
            <a:ext cx="13032508" cy="28007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800" u="none" cap="none" strike="noStrike">
                <a:solidFill>
                  <a:srgbClr val="00188F"/>
                </a:solidFill>
                <a:latin typeface="Montserrat"/>
                <a:ea typeface="Montserrat"/>
                <a:cs typeface="Montserrat"/>
                <a:sym typeface="Montserrat"/>
              </a:rPr>
              <a:t>Computação em Nuvem</a:t>
            </a:r>
            <a:endParaRPr b="0" i="0" sz="8800" u="none" cap="none" strike="noStrike">
              <a:solidFill>
                <a:srgbClr val="00188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3" name="Google Shape;213;p44"/>
          <p:cNvGrpSpPr/>
          <p:nvPr/>
        </p:nvGrpSpPr>
        <p:grpSpPr>
          <a:xfrm>
            <a:off x="1896169" y="-260555"/>
            <a:ext cx="8657304" cy="8657304"/>
            <a:chOff x="1767348" y="-899652"/>
            <a:chExt cx="8657304" cy="8657304"/>
          </a:xfrm>
        </p:grpSpPr>
        <p:grpSp>
          <p:nvGrpSpPr>
            <p:cNvPr id="214" name="Google Shape;214;p44"/>
            <p:cNvGrpSpPr/>
            <p:nvPr/>
          </p:nvGrpSpPr>
          <p:grpSpPr>
            <a:xfrm>
              <a:off x="1767348" y="-899652"/>
              <a:ext cx="8657304" cy="8657304"/>
              <a:chOff x="-6110596" y="4728339"/>
              <a:chExt cx="3870316" cy="3870316"/>
            </a:xfrm>
          </p:grpSpPr>
          <p:sp>
            <p:nvSpPr>
              <p:cNvPr id="215" name="Google Shape;215;p44"/>
              <p:cNvSpPr/>
              <p:nvPr/>
            </p:nvSpPr>
            <p:spPr>
              <a:xfrm>
                <a:off x="-5866885" y="4972050"/>
                <a:ext cx="3382894" cy="3382894"/>
              </a:xfrm>
              <a:prstGeom prst="ellipse">
                <a:avLst/>
              </a:prstGeom>
              <a:noFill/>
              <a:ln cap="flat" cmpd="sng" w="12700">
                <a:solidFill>
                  <a:schemeClr val="lt1">
                    <a:alpha val="25490"/>
                  </a:scheme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6" name="Google Shape;216;p44"/>
              <p:cNvSpPr/>
              <p:nvPr/>
            </p:nvSpPr>
            <p:spPr>
              <a:xfrm>
                <a:off x="-6110596" y="4728339"/>
                <a:ext cx="3870316" cy="3870316"/>
              </a:xfrm>
              <a:prstGeom prst="ellipse">
                <a:avLst/>
              </a:prstGeom>
              <a:noFill/>
              <a:ln cap="flat" cmpd="sng" w="12700">
                <a:solidFill>
                  <a:schemeClr val="lt1">
                    <a:alpha val="25490"/>
                  </a:scheme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7" name="Google Shape;217;p44"/>
              <p:cNvSpPr/>
              <p:nvPr/>
            </p:nvSpPr>
            <p:spPr>
              <a:xfrm>
                <a:off x="-5506817" y="5332118"/>
                <a:ext cx="2662758" cy="2662758"/>
              </a:xfrm>
              <a:prstGeom prst="ellipse">
                <a:avLst/>
              </a:prstGeom>
              <a:noFill/>
              <a:ln cap="flat" cmpd="sng" w="12700">
                <a:solidFill>
                  <a:schemeClr val="lt1">
                    <a:alpha val="25490"/>
                  </a:scheme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8" name="Google Shape;218;p44"/>
              <p:cNvSpPr/>
              <p:nvPr/>
            </p:nvSpPr>
            <p:spPr>
              <a:xfrm>
                <a:off x="-5181278" y="5657657"/>
                <a:ext cx="2011680" cy="2011680"/>
              </a:xfrm>
              <a:prstGeom prst="ellipse">
                <a:avLst/>
              </a:prstGeom>
              <a:noFill/>
              <a:ln cap="flat" cmpd="sng" w="12700">
                <a:solidFill>
                  <a:schemeClr val="lt1">
                    <a:alpha val="25490"/>
                  </a:scheme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9" name="Google Shape;219;p44"/>
            <p:cNvGrpSpPr/>
            <p:nvPr/>
          </p:nvGrpSpPr>
          <p:grpSpPr>
            <a:xfrm>
              <a:off x="2199719" y="775384"/>
              <a:ext cx="6874374" cy="4942000"/>
              <a:chOff x="-5917301" y="2252173"/>
              <a:chExt cx="3073243" cy="2209360"/>
            </a:xfrm>
          </p:grpSpPr>
          <p:sp>
            <p:nvSpPr>
              <p:cNvPr id="220" name="Google Shape;220;p44"/>
              <p:cNvSpPr/>
              <p:nvPr/>
            </p:nvSpPr>
            <p:spPr>
              <a:xfrm>
                <a:off x="-3159527" y="2619284"/>
                <a:ext cx="127402" cy="127402"/>
              </a:xfrm>
              <a:prstGeom prst="ellipse">
                <a:avLst/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14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" name="Google Shape;221;p44"/>
              <p:cNvSpPr/>
              <p:nvPr/>
            </p:nvSpPr>
            <p:spPr>
              <a:xfrm>
                <a:off x="-2971460" y="2252173"/>
                <a:ext cx="127402" cy="127402"/>
              </a:xfrm>
              <a:prstGeom prst="ellipse">
                <a:avLst/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14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2" name="Google Shape;222;p44"/>
              <p:cNvSpPr/>
              <p:nvPr/>
            </p:nvSpPr>
            <p:spPr>
              <a:xfrm>
                <a:off x="-5917301" y="3155068"/>
                <a:ext cx="127402" cy="127402"/>
              </a:xfrm>
              <a:prstGeom prst="ellipse">
                <a:avLst/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14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3" name="Google Shape;223;p44"/>
              <p:cNvSpPr/>
              <p:nvPr/>
            </p:nvSpPr>
            <p:spPr>
              <a:xfrm>
                <a:off x="-5410548" y="2746686"/>
                <a:ext cx="127402" cy="127402"/>
              </a:xfrm>
              <a:prstGeom prst="ellipse">
                <a:avLst/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14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4" name="Google Shape;224;p44"/>
              <p:cNvSpPr/>
              <p:nvPr/>
            </p:nvSpPr>
            <p:spPr>
              <a:xfrm>
                <a:off x="-5716977" y="4240869"/>
                <a:ext cx="127402" cy="127402"/>
              </a:xfrm>
              <a:prstGeom prst="ellipse">
                <a:avLst/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14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5" name="Google Shape;225;p44"/>
              <p:cNvSpPr/>
              <p:nvPr/>
            </p:nvSpPr>
            <p:spPr>
              <a:xfrm>
                <a:off x="-4480790" y="4348940"/>
                <a:ext cx="112593" cy="112593"/>
              </a:xfrm>
              <a:prstGeom prst="ellipse">
                <a:avLst/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14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6" name="Google Shape;226;p44"/>
              <p:cNvSpPr/>
              <p:nvPr/>
            </p:nvSpPr>
            <p:spPr>
              <a:xfrm>
                <a:off x="-3119421" y="4102065"/>
                <a:ext cx="112593" cy="112593"/>
              </a:xfrm>
              <a:prstGeom prst="ellipse">
                <a:avLst/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14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27" name="Google Shape;227;p44"/>
          <p:cNvSpPr txBox="1"/>
          <p:nvPr/>
        </p:nvSpPr>
        <p:spPr>
          <a:xfrm>
            <a:off x="2744917" y="345355"/>
            <a:ext cx="6702166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pt-BR" sz="54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Oque é?</a:t>
            </a:r>
            <a:endParaRPr b="0" i="0" sz="66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8" name="Google Shape;228;p44"/>
          <p:cNvSpPr txBox="1"/>
          <p:nvPr/>
        </p:nvSpPr>
        <p:spPr>
          <a:xfrm>
            <a:off x="3759811" y="2002978"/>
            <a:ext cx="4672377" cy="31392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computação em nuvem é a entrega de recursos de TI sob demanda por meio da Internet com definição de preço de pagamento conforme o uso.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171717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Em vez de comprar, ter e manter datacenters e servidores físicos, você pode acessar serviços de tecnologia, como capacidade computacional, armazenamento e bancos de dados, conforme a necessidade, usando um provedor de nuvem.</a:t>
            </a:r>
            <a:endParaRPr/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5"/>
          <p:cNvSpPr txBox="1"/>
          <p:nvPr/>
        </p:nvSpPr>
        <p:spPr>
          <a:xfrm>
            <a:off x="939726" y="2269198"/>
            <a:ext cx="2753754" cy="30469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i="0" lang="pt-BR" sz="4800" u="none" cap="none" strike="noStrik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I</a:t>
            </a:r>
            <a:r>
              <a:rPr b="1" i="0" lang="pt-BR" sz="24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nfrastructure</a:t>
            </a:r>
            <a:endParaRPr b="1" i="0" sz="2400" u="none" cap="none" strike="noStrike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pt-BR" sz="4800" u="none" cap="none" strike="noStrik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r>
              <a:rPr b="1" i="0" lang="pt-BR" sz="24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pt-BR" sz="4800" u="none" cap="none" strike="noStrik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pt-BR" sz="4800" u="none" cap="none" strike="noStrik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S</a:t>
            </a:r>
            <a:r>
              <a:rPr b="1" i="0" lang="pt-BR" sz="24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ervice</a:t>
            </a:r>
            <a:endParaRPr b="1" i="0" sz="2400" u="none" cap="none" strike="noStrike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4" name="Google Shape;234;p45"/>
          <p:cNvSpPr txBox="1"/>
          <p:nvPr/>
        </p:nvSpPr>
        <p:spPr>
          <a:xfrm>
            <a:off x="983714" y="2258879"/>
            <a:ext cx="1539204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4800" u="none" cap="none" strike="noStrik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IaaS</a:t>
            </a:r>
            <a:endParaRPr b="1" i="0" sz="4800" u="none" cap="none" strike="noStrik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5" name="Google Shape;235;p45"/>
          <p:cNvSpPr txBox="1"/>
          <p:nvPr/>
        </p:nvSpPr>
        <p:spPr>
          <a:xfrm>
            <a:off x="577050" y="5507637"/>
            <a:ext cx="3116430" cy="3077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(Infraestrutura como Serviço)</a:t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6" name="Google Shape;236;p45"/>
          <p:cNvSpPr txBox="1"/>
          <p:nvPr/>
        </p:nvSpPr>
        <p:spPr>
          <a:xfrm>
            <a:off x="4811870" y="2279517"/>
            <a:ext cx="2753754" cy="30469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i="0" lang="pt-BR" sz="4800" u="none" cap="none" strike="noStrik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P</a:t>
            </a:r>
            <a:r>
              <a:rPr b="1" i="0" lang="pt-BR" sz="24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lataform</a:t>
            </a:r>
            <a:endParaRPr b="1" i="0" sz="2400" u="none" cap="none" strike="noStrike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pt-BR" sz="4800" u="none" cap="none" strike="noStrik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r>
              <a:rPr b="1" i="0" lang="pt-BR" sz="24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pt-BR" sz="4800" u="none" cap="none" strike="noStrik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pt-BR" sz="4800" u="none" cap="none" strike="noStrik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S</a:t>
            </a:r>
            <a:r>
              <a:rPr b="1" i="0" lang="pt-BR" sz="24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ervice</a:t>
            </a:r>
            <a:endParaRPr b="1" i="0" sz="2400" u="none" cap="none" strike="noStrike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7" name="Google Shape;237;p45"/>
          <p:cNvSpPr txBox="1"/>
          <p:nvPr/>
        </p:nvSpPr>
        <p:spPr>
          <a:xfrm>
            <a:off x="4855858" y="2269198"/>
            <a:ext cx="1787669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4800" u="none" cap="none" strike="noStrik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PaaS</a:t>
            </a:r>
            <a:endParaRPr b="1" i="0" sz="4800" u="none" cap="none" strike="noStrik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8" name="Google Shape;238;p45"/>
          <p:cNvSpPr txBox="1"/>
          <p:nvPr/>
        </p:nvSpPr>
        <p:spPr>
          <a:xfrm>
            <a:off x="4449194" y="5517956"/>
            <a:ext cx="3116430" cy="3077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(Plataforma como Serviço)</a:t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9" name="Google Shape;239;p45"/>
          <p:cNvSpPr txBox="1"/>
          <p:nvPr/>
        </p:nvSpPr>
        <p:spPr>
          <a:xfrm>
            <a:off x="8586359" y="2269198"/>
            <a:ext cx="2753754" cy="30469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i="0" lang="pt-BR" sz="4800" u="none" cap="none" strike="noStrik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S</a:t>
            </a:r>
            <a:r>
              <a:rPr b="1" i="0" lang="pt-BR" sz="24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oftware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pt-BR" sz="4800" u="none" cap="none" strike="noStrik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r>
              <a:rPr b="1" i="0" lang="pt-BR" sz="24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pt-BR" sz="4800" u="none" cap="none" strike="noStrik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pt-BR" sz="4800" u="none" cap="none" strike="noStrik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S</a:t>
            </a:r>
            <a:r>
              <a:rPr b="1" i="0" lang="pt-BR" sz="24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ervice</a:t>
            </a:r>
            <a:endParaRPr b="1" i="0" sz="2400" u="none" cap="none" strike="noStrike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0" name="Google Shape;240;p45"/>
          <p:cNvSpPr txBox="1"/>
          <p:nvPr/>
        </p:nvSpPr>
        <p:spPr>
          <a:xfrm>
            <a:off x="8630347" y="2258879"/>
            <a:ext cx="1729961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4800" u="none" cap="none" strike="noStrik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SaaS</a:t>
            </a:r>
            <a:endParaRPr b="1" i="0" sz="4800" u="none" cap="none" strike="noStrik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1" name="Google Shape;241;p45"/>
          <p:cNvSpPr txBox="1"/>
          <p:nvPr/>
        </p:nvSpPr>
        <p:spPr>
          <a:xfrm>
            <a:off x="8223683" y="5507637"/>
            <a:ext cx="3116430" cy="3077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(Software como Serviço)</a:t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2" name="Google Shape;242;p45"/>
          <p:cNvSpPr txBox="1"/>
          <p:nvPr/>
        </p:nvSpPr>
        <p:spPr>
          <a:xfrm>
            <a:off x="1" y="212812"/>
            <a:ext cx="12191999" cy="17542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pt-BR" sz="54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Responsabilidade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pt-BR" sz="54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Compartilhada</a:t>
            </a:r>
            <a:endParaRPr b="0" i="0" sz="66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400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abela&#10;&#10;Descrição gerada automaticamente com confiança baixa" id="247" name="Google Shape;247;p46"/>
          <p:cNvPicPr preferRelativeResize="0"/>
          <p:nvPr/>
        </p:nvPicPr>
        <p:blipFill rotWithShape="1">
          <a:blip r:embed="rId3">
            <a:alphaModFix/>
          </a:blip>
          <a:srcRect b="3921" l="2880" r="2688" t="4098"/>
          <a:stretch/>
        </p:blipFill>
        <p:spPr>
          <a:xfrm>
            <a:off x="518217" y="822724"/>
            <a:ext cx="10898229" cy="53009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zza como serviço? – Entenda os modelos de contratação de Nuvem - 4Future" id="252" name="Google Shape;252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2119" y="815634"/>
            <a:ext cx="9753600" cy="548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7" name="Google Shape;257;p48"/>
          <p:cNvGrpSpPr/>
          <p:nvPr/>
        </p:nvGrpSpPr>
        <p:grpSpPr>
          <a:xfrm>
            <a:off x="1767348" y="-899652"/>
            <a:ext cx="8657304" cy="8657304"/>
            <a:chOff x="1767348" y="-899652"/>
            <a:chExt cx="8657304" cy="8657304"/>
          </a:xfrm>
        </p:grpSpPr>
        <p:grpSp>
          <p:nvGrpSpPr>
            <p:cNvPr id="258" name="Google Shape;258;p48"/>
            <p:cNvGrpSpPr/>
            <p:nvPr/>
          </p:nvGrpSpPr>
          <p:grpSpPr>
            <a:xfrm>
              <a:off x="1767348" y="-899652"/>
              <a:ext cx="8657304" cy="8657304"/>
              <a:chOff x="-6110596" y="4728339"/>
              <a:chExt cx="3870316" cy="3870316"/>
            </a:xfrm>
          </p:grpSpPr>
          <p:sp>
            <p:nvSpPr>
              <p:cNvPr id="259" name="Google Shape;259;p48"/>
              <p:cNvSpPr/>
              <p:nvPr/>
            </p:nvSpPr>
            <p:spPr>
              <a:xfrm>
                <a:off x="-5866885" y="4972050"/>
                <a:ext cx="3382894" cy="3382894"/>
              </a:xfrm>
              <a:prstGeom prst="ellipse">
                <a:avLst/>
              </a:prstGeom>
              <a:noFill/>
              <a:ln cap="flat" cmpd="sng" w="12700">
                <a:solidFill>
                  <a:srgbClr val="D8D8D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" name="Google Shape;260;p48"/>
              <p:cNvSpPr/>
              <p:nvPr/>
            </p:nvSpPr>
            <p:spPr>
              <a:xfrm>
                <a:off x="-6110596" y="4728339"/>
                <a:ext cx="3870316" cy="3870316"/>
              </a:xfrm>
              <a:prstGeom prst="ellipse">
                <a:avLst/>
              </a:prstGeom>
              <a:noFill/>
              <a:ln cap="flat" cmpd="sng" w="12700">
                <a:solidFill>
                  <a:srgbClr val="D8D8D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1" name="Google Shape;261;p48"/>
              <p:cNvSpPr/>
              <p:nvPr/>
            </p:nvSpPr>
            <p:spPr>
              <a:xfrm>
                <a:off x="-5506817" y="5332118"/>
                <a:ext cx="2662758" cy="2662758"/>
              </a:xfrm>
              <a:prstGeom prst="ellipse">
                <a:avLst/>
              </a:prstGeom>
              <a:noFill/>
              <a:ln cap="flat" cmpd="sng" w="12700">
                <a:solidFill>
                  <a:srgbClr val="D8D8D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2" name="Google Shape;262;p48"/>
              <p:cNvSpPr/>
              <p:nvPr/>
            </p:nvSpPr>
            <p:spPr>
              <a:xfrm>
                <a:off x="-5181278" y="5657657"/>
                <a:ext cx="2011680" cy="2011680"/>
              </a:xfrm>
              <a:prstGeom prst="ellipse">
                <a:avLst/>
              </a:prstGeom>
              <a:noFill/>
              <a:ln cap="flat" cmpd="sng" w="12700">
                <a:solidFill>
                  <a:srgbClr val="D8D8D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3" name="Google Shape;263;p48"/>
            <p:cNvGrpSpPr/>
            <p:nvPr/>
          </p:nvGrpSpPr>
          <p:grpSpPr>
            <a:xfrm>
              <a:off x="2199719" y="775384"/>
              <a:ext cx="6874374" cy="4942000"/>
              <a:chOff x="-5917301" y="2252173"/>
              <a:chExt cx="3073243" cy="2209360"/>
            </a:xfrm>
          </p:grpSpPr>
          <p:sp>
            <p:nvSpPr>
              <p:cNvPr id="264" name="Google Shape;264;p48"/>
              <p:cNvSpPr/>
              <p:nvPr/>
            </p:nvSpPr>
            <p:spPr>
              <a:xfrm>
                <a:off x="-2971460" y="2252173"/>
                <a:ext cx="127402" cy="127402"/>
              </a:xfrm>
              <a:prstGeom prst="ellipse">
                <a:avLst/>
              </a:prstGeom>
              <a:solidFill>
                <a:srgbClr val="2246F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" name="Google Shape;265;p48"/>
              <p:cNvSpPr/>
              <p:nvPr/>
            </p:nvSpPr>
            <p:spPr>
              <a:xfrm>
                <a:off x="-5917301" y="3155068"/>
                <a:ext cx="127402" cy="127402"/>
              </a:xfrm>
              <a:prstGeom prst="ellipse">
                <a:avLst/>
              </a:prstGeom>
              <a:solidFill>
                <a:srgbClr val="2246F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6" name="Google Shape;266;p48"/>
              <p:cNvSpPr/>
              <p:nvPr/>
            </p:nvSpPr>
            <p:spPr>
              <a:xfrm>
                <a:off x="-5716977" y="4240869"/>
                <a:ext cx="127402" cy="127402"/>
              </a:xfrm>
              <a:prstGeom prst="ellipse">
                <a:avLst/>
              </a:prstGeom>
              <a:solidFill>
                <a:srgbClr val="2246F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7" name="Google Shape;267;p48"/>
              <p:cNvSpPr/>
              <p:nvPr/>
            </p:nvSpPr>
            <p:spPr>
              <a:xfrm>
                <a:off x="-4480790" y="4348940"/>
                <a:ext cx="112593" cy="112593"/>
              </a:xfrm>
              <a:prstGeom prst="ellipse">
                <a:avLst/>
              </a:prstGeom>
              <a:solidFill>
                <a:srgbClr val="2246F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8" name="Google Shape;268;p48"/>
              <p:cNvSpPr/>
              <p:nvPr/>
            </p:nvSpPr>
            <p:spPr>
              <a:xfrm>
                <a:off x="-3119421" y="4102065"/>
                <a:ext cx="112593" cy="112593"/>
              </a:xfrm>
              <a:prstGeom prst="ellipse">
                <a:avLst/>
              </a:prstGeom>
              <a:solidFill>
                <a:srgbClr val="2246F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69" name="Google Shape;269;p48"/>
          <p:cNvSpPr txBox="1"/>
          <p:nvPr/>
        </p:nvSpPr>
        <p:spPr>
          <a:xfrm>
            <a:off x="3070246" y="2401972"/>
            <a:ext cx="6051508" cy="36317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Arial"/>
              <a:buNone/>
            </a:pPr>
            <a:r>
              <a:rPr b="1" i="0" lang="pt-BR" sz="11500" u="none" cap="none" strike="noStrike">
                <a:solidFill>
                  <a:srgbClr val="00188F"/>
                </a:solidFill>
                <a:latin typeface="Montserrat"/>
                <a:ea typeface="Montserrat"/>
                <a:cs typeface="Montserrat"/>
                <a:sym typeface="Montserrat"/>
              </a:rPr>
              <a:t>Azure</a:t>
            </a:r>
            <a:endParaRPr b="1" i="0" sz="11500" u="none" cap="none" strike="noStrike">
              <a:solidFill>
                <a:srgbClr val="00188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Arial"/>
              <a:buNone/>
            </a:pPr>
            <a:r>
              <a:rPr b="1" i="0" lang="pt-BR" sz="11500" u="none" cap="none" strike="noStrike">
                <a:solidFill>
                  <a:srgbClr val="00188F"/>
                </a:solidFill>
                <a:latin typeface="Montserrat"/>
                <a:ea typeface="Montserrat"/>
                <a:cs typeface="Montserrat"/>
                <a:sym typeface="Montserrat"/>
              </a:rPr>
              <a:t>Data</a:t>
            </a:r>
            <a:endParaRPr b="0" i="0" sz="11500" u="none" cap="none" strike="noStrike">
              <a:solidFill>
                <a:srgbClr val="00188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70" name="Google Shape;270;p48"/>
          <p:cNvPicPr preferRelativeResize="0"/>
          <p:nvPr/>
        </p:nvPicPr>
        <p:blipFill rotWithShape="1">
          <a:blip r:embed="rId3">
            <a:alphaModFix/>
          </a:blip>
          <a:srcRect b="33388" l="0" r="-1003" t="29785"/>
          <a:stretch/>
        </p:blipFill>
        <p:spPr>
          <a:xfrm>
            <a:off x="3177173" y="588611"/>
            <a:ext cx="5611941" cy="20460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Google Shape;275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30970" y="4744067"/>
            <a:ext cx="1303828" cy="1303828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49"/>
          <p:cNvSpPr txBox="1"/>
          <p:nvPr/>
        </p:nvSpPr>
        <p:spPr>
          <a:xfrm>
            <a:off x="3888516" y="1378101"/>
            <a:ext cx="4672377" cy="1200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NECESSIDADE: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empresa necessita de um banco de dados que todas as suas sedes possam ter acesso de forma rápida e segura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49"/>
          <p:cNvSpPr txBox="1"/>
          <p:nvPr/>
        </p:nvSpPr>
        <p:spPr>
          <a:xfrm>
            <a:off x="2195361" y="348770"/>
            <a:ext cx="7895374" cy="9232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pt-BR" sz="54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Como Funciona</a:t>
            </a:r>
            <a:endParaRPr b="0" i="0" sz="66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278" name="Google Shape;278;p49"/>
          <p:cNvGrpSpPr/>
          <p:nvPr/>
        </p:nvGrpSpPr>
        <p:grpSpPr>
          <a:xfrm>
            <a:off x="9065213" y="2480679"/>
            <a:ext cx="2957606" cy="3429922"/>
            <a:chOff x="9101583" y="3218961"/>
            <a:chExt cx="2957606" cy="3429922"/>
          </a:xfrm>
        </p:grpSpPr>
        <p:pic>
          <p:nvPicPr>
            <p:cNvPr id="279" name="Google Shape;279;p4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872142" y="3218961"/>
              <a:ext cx="1488198" cy="150770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0" name="Google Shape;280;p49"/>
            <p:cNvSpPr/>
            <p:nvPr/>
          </p:nvSpPr>
          <p:spPr>
            <a:xfrm>
              <a:off x="9101583" y="4571719"/>
              <a:ext cx="2957606" cy="2077164"/>
            </a:xfrm>
            <a:prstGeom prst="roundRect">
              <a:avLst>
                <a:gd fmla="val 16667" name="adj"/>
              </a:avLst>
            </a:prstGeom>
            <a:solidFill>
              <a:schemeClr val="accent2"/>
            </a:solidFill>
            <a:ln cap="flat" cmpd="sng" w="25400">
              <a:solidFill>
                <a:srgbClr val="180E7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pt-BR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Analisar a necessidade do cliente.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i="0" lang="pt-BR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Decidir qual a melhor ferramenta.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i="0" lang="pt-BR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Configurar e implementar o serviço de banco de dados.</a:t>
              </a:r>
              <a:endPara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81" name="Google Shape;281;p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1061" y="3515173"/>
            <a:ext cx="3304118" cy="33041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49"/>
          <p:cNvPicPr preferRelativeResize="0"/>
          <p:nvPr/>
        </p:nvPicPr>
        <p:blipFill rotWithShape="1">
          <a:blip r:embed="rId6">
            <a:alphaModFix/>
          </a:blip>
          <a:srcRect b="5774" l="19914" r="18675" t="13298"/>
          <a:stretch/>
        </p:blipFill>
        <p:spPr>
          <a:xfrm>
            <a:off x="888136" y="1368694"/>
            <a:ext cx="2765847" cy="204984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3" name="Google Shape;283;p49"/>
          <p:cNvCxnSpPr/>
          <p:nvPr/>
        </p:nvCxnSpPr>
        <p:spPr>
          <a:xfrm flipH="1" rot="10800000">
            <a:off x="1310692" y="3418538"/>
            <a:ext cx="275221" cy="969942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84" name="Google Shape;284;p49"/>
          <p:cNvSpPr/>
          <p:nvPr/>
        </p:nvSpPr>
        <p:spPr>
          <a:xfrm>
            <a:off x="810863" y="1177722"/>
            <a:ext cx="2440214" cy="2532721"/>
          </a:xfrm>
          <a:prstGeom prst="mathMultiply">
            <a:avLst>
              <a:gd fmla="val 4198" name="adj1"/>
            </a:avLst>
          </a:prstGeom>
          <a:solidFill>
            <a:srgbClr val="FF00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5" name="Google Shape;285;p49"/>
          <p:cNvCxnSpPr/>
          <p:nvPr/>
        </p:nvCxnSpPr>
        <p:spPr>
          <a:xfrm>
            <a:off x="3653983" y="5443082"/>
            <a:ext cx="1393701" cy="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round/>
            <a:headEnd len="med" w="med" type="triangle"/>
            <a:tailEnd len="med" w="med" type="triangle"/>
          </a:ln>
        </p:spPr>
      </p:cxnSp>
      <p:grpSp>
        <p:nvGrpSpPr>
          <p:cNvPr id="286" name="Google Shape;286;p49"/>
          <p:cNvGrpSpPr/>
          <p:nvPr/>
        </p:nvGrpSpPr>
        <p:grpSpPr>
          <a:xfrm>
            <a:off x="4108790" y="2681924"/>
            <a:ext cx="3187579" cy="2247427"/>
            <a:chOff x="4108790" y="2681924"/>
            <a:chExt cx="3187579" cy="2247427"/>
          </a:xfrm>
        </p:grpSpPr>
        <p:pic>
          <p:nvPicPr>
            <p:cNvPr id="287" name="Google Shape;287;p4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108790" y="3727883"/>
              <a:ext cx="921112" cy="92111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8" name="Google Shape;288;p4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091686" y="2897014"/>
              <a:ext cx="921112" cy="92111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9" name="Google Shape;289;p4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375257" y="2681924"/>
              <a:ext cx="921112" cy="921112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90" name="Google Shape;290;p49"/>
            <p:cNvCxnSpPr/>
            <p:nvPr/>
          </p:nvCxnSpPr>
          <p:spPr>
            <a:xfrm>
              <a:off x="5068612" y="4558782"/>
              <a:ext cx="447605" cy="370569"/>
            </a:xfrm>
            <a:prstGeom prst="straightConnector1">
              <a:avLst/>
            </a:prstGeom>
            <a:noFill/>
            <a:ln cap="flat" cmpd="sng" w="76200">
              <a:solidFill>
                <a:schemeClr val="accent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91" name="Google Shape;291;p49"/>
            <p:cNvCxnSpPr/>
            <p:nvPr/>
          </p:nvCxnSpPr>
          <p:spPr>
            <a:xfrm>
              <a:off x="5750516" y="3833032"/>
              <a:ext cx="307326" cy="505828"/>
            </a:xfrm>
            <a:prstGeom prst="straightConnector1">
              <a:avLst/>
            </a:prstGeom>
            <a:noFill/>
            <a:ln cap="flat" cmpd="sng" w="76200">
              <a:solidFill>
                <a:schemeClr val="accent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92" name="Google Shape;292;p49"/>
            <p:cNvCxnSpPr/>
            <p:nvPr/>
          </p:nvCxnSpPr>
          <p:spPr>
            <a:xfrm>
              <a:off x="6956559" y="3418538"/>
              <a:ext cx="91531" cy="576557"/>
            </a:xfrm>
            <a:prstGeom prst="straightConnector1">
              <a:avLst/>
            </a:prstGeom>
            <a:noFill/>
            <a:ln cap="flat" cmpd="sng" w="76200">
              <a:solidFill>
                <a:schemeClr val="accent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293" name="Google Shape;293;p49"/>
          <p:cNvGrpSpPr/>
          <p:nvPr/>
        </p:nvGrpSpPr>
        <p:grpSpPr>
          <a:xfrm>
            <a:off x="5081516" y="3826143"/>
            <a:ext cx="4071334" cy="2537974"/>
            <a:chOff x="5081516" y="3826143"/>
            <a:chExt cx="4071334" cy="2537974"/>
          </a:xfrm>
        </p:grpSpPr>
        <p:grpSp>
          <p:nvGrpSpPr>
            <p:cNvPr id="294" name="Google Shape;294;p49"/>
            <p:cNvGrpSpPr/>
            <p:nvPr/>
          </p:nvGrpSpPr>
          <p:grpSpPr>
            <a:xfrm>
              <a:off x="5081516" y="3826143"/>
              <a:ext cx="4071334" cy="2537974"/>
              <a:chOff x="7533857" y="1233658"/>
              <a:chExt cx="4071334" cy="2537974"/>
            </a:xfrm>
          </p:grpSpPr>
          <p:pic>
            <p:nvPicPr>
              <p:cNvPr id="295" name="Google Shape;295;p49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7533857" y="1233658"/>
                <a:ext cx="4071334" cy="253797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96" name="Google Shape;296;p49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7601528" y="1402610"/>
                <a:ext cx="3934690" cy="229193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297" name="Google Shape;297;p4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788685" y="4338860"/>
              <a:ext cx="916311" cy="9163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8" name="Google Shape;298;p49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5863634" y="4887772"/>
              <a:ext cx="1004853" cy="102282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9" name="Google Shape;299;p49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 rot="5213094">
              <a:off x="7340543" y="5181510"/>
              <a:ext cx="841606" cy="84160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00" name="Google Shape;300;p4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81312" y="3830826"/>
            <a:ext cx="4071334" cy="25379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1" name="Google Shape;301;p49"/>
          <p:cNvGrpSpPr/>
          <p:nvPr/>
        </p:nvGrpSpPr>
        <p:grpSpPr>
          <a:xfrm>
            <a:off x="3642601" y="701271"/>
            <a:ext cx="5081049" cy="5627803"/>
            <a:chOff x="3393648" y="923826"/>
            <a:chExt cx="5081049" cy="5627803"/>
          </a:xfrm>
        </p:grpSpPr>
        <p:pic>
          <p:nvPicPr>
            <p:cNvPr id="302" name="Google Shape;302;p49"/>
            <p:cNvPicPr preferRelativeResize="0"/>
            <p:nvPr/>
          </p:nvPicPr>
          <p:blipFill rotWithShape="1">
            <a:blip r:embed="rId10">
              <a:alphaModFix/>
            </a:blip>
            <a:srcRect b="8340" l="14183" r="10756" t="9597"/>
            <a:stretch/>
          </p:blipFill>
          <p:spPr>
            <a:xfrm>
              <a:off x="3393648" y="923826"/>
              <a:ext cx="5081049" cy="5627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3" name="Google Shape;303;p49"/>
            <p:cNvSpPr txBox="1"/>
            <p:nvPr/>
          </p:nvSpPr>
          <p:spPr>
            <a:xfrm>
              <a:off x="4644671" y="1851180"/>
              <a:ext cx="2847286" cy="31700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pt-BR" sz="4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ONDE EU ENTRO NESSA BAGUNÇA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pt-BR" sz="4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????</a:t>
              </a:r>
              <a:endParaRPr b="0" i="0" sz="4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7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700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1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6856" y="1272059"/>
            <a:ext cx="10472383" cy="54230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9" name="Google Shape;309;p50"/>
          <p:cNvGrpSpPr/>
          <p:nvPr/>
        </p:nvGrpSpPr>
        <p:grpSpPr>
          <a:xfrm>
            <a:off x="8794982" y="6304845"/>
            <a:ext cx="3397018" cy="265238"/>
            <a:chOff x="8794982" y="6304845"/>
            <a:chExt cx="3397018" cy="265238"/>
          </a:xfrm>
        </p:grpSpPr>
        <p:sp>
          <p:nvSpPr>
            <p:cNvPr id="310" name="Google Shape;310;p50"/>
            <p:cNvSpPr/>
            <p:nvPr/>
          </p:nvSpPr>
          <p:spPr>
            <a:xfrm>
              <a:off x="8794982" y="6304845"/>
              <a:ext cx="3397018" cy="260266"/>
            </a:xfrm>
            <a:custGeom>
              <a:rect b="b" l="l" r="r" t="t"/>
              <a:pathLst>
                <a:path extrusionOk="0" h="260266" w="3397018">
                  <a:moveTo>
                    <a:pt x="203200" y="0"/>
                  </a:moveTo>
                  <a:lnTo>
                    <a:pt x="3397018" y="5745"/>
                  </a:lnTo>
                  <a:lnTo>
                    <a:pt x="3397018" y="260266"/>
                  </a:lnTo>
                  <a:lnTo>
                    <a:pt x="0" y="260266"/>
                  </a:lnTo>
                  <a:lnTo>
                    <a:pt x="203200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  <a:effectLst>
              <a:outerShdw blurRad="139700" rotWithShape="0" algn="t" dir="5400000" dist="25400">
                <a:srgbClr val="000000">
                  <a:alpha val="12549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" name="Google Shape;311;p50"/>
            <p:cNvSpPr txBox="1"/>
            <p:nvPr/>
          </p:nvSpPr>
          <p:spPr>
            <a:xfrm>
              <a:off x="9068373" y="6316167"/>
              <a:ext cx="2812762" cy="2539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1" i="0" lang="pt-BR" sz="1050" u="none" cap="none" strike="noStrike">
                  <a:solidFill>
                    <a:schemeClr val="lt1"/>
                  </a:solidFill>
                  <a:latin typeface="Open Sans"/>
                  <a:ea typeface="Open Sans"/>
                  <a:cs typeface="Open Sans"/>
                  <a:sym typeface="Open Sans"/>
                </a:rPr>
                <a:t>Treinamento para Certificação - SENAI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2" name="Google Shape;312;p50"/>
          <p:cNvSpPr/>
          <p:nvPr/>
        </p:nvSpPr>
        <p:spPr>
          <a:xfrm>
            <a:off x="9305644" y="1427017"/>
            <a:ext cx="1791847" cy="1754910"/>
          </a:xfrm>
          <a:prstGeom prst="ellipse">
            <a:avLst/>
          </a:prstGeom>
          <a:noFill/>
          <a:ln cap="flat" cmpd="sng" w="571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50"/>
          <p:cNvSpPr txBox="1"/>
          <p:nvPr/>
        </p:nvSpPr>
        <p:spPr>
          <a:xfrm>
            <a:off x="2195361" y="348770"/>
            <a:ext cx="7895374" cy="9232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pt-BR" sz="54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Certificações Azure</a:t>
            </a:r>
            <a:endParaRPr b="0" i="0" sz="66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4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8" name="Google Shape;318;p51"/>
          <p:cNvGrpSpPr/>
          <p:nvPr/>
        </p:nvGrpSpPr>
        <p:grpSpPr>
          <a:xfrm>
            <a:off x="1896455" y="-260776"/>
            <a:ext cx="8657087" cy="8657087"/>
            <a:chOff x="1767634" y="-899873"/>
            <a:chExt cx="8657087" cy="8657087"/>
          </a:xfrm>
        </p:grpSpPr>
        <p:grpSp>
          <p:nvGrpSpPr>
            <p:cNvPr id="319" name="Google Shape;319;p51"/>
            <p:cNvGrpSpPr/>
            <p:nvPr/>
          </p:nvGrpSpPr>
          <p:grpSpPr>
            <a:xfrm>
              <a:off x="1767634" y="-899873"/>
              <a:ext cx="8657087" cy="8657087"/>
              <a:chOff x="-6110596" y="4728339"/>
              <a:chExt cx="3870300" cy="3870300"/>
            </a:xfrm>
          </p:grpSpPr>
          <p:sp>
            <p:nvSpPr>
              <p:cNvPr id="320" name="Google Shape;320;p51"/>
              <p:cNvSpPr/>
              <p:nvPr/>
            </p:nvSpPr>
            <p:spPr>
              <a:xfrm>
                <a:off x="-5866885" y="4972050"/>
                <a:ext cx="3382800" cy="3382800"/>
              </a:xfrm>
              <a:prstGeom prst="ellipse">
                <a:avLst/>
              </a:prstGeom>
              <a:noFill/>
              <a:ln cap="flat" cmpd="sng" w="12700">
                <a:solidFill>
                  <a:schemeClr val="lt1">
                    <a:alpha val="25098"/>
                  </a:scheme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1" name="Google Shape;321;p51"/>
              <p:cNvSpPr/>
              <p:nvPr/>
            </p:nvSpPr>
            <p:spPr>
              <a:xfrm>
                <a:off x="-6110596" y="4728339"/>
                <a:ext cx="3870300" cy="3870300"/>
              </a:xfrm>
              <a:prstGeom prst="ellipse">
                <a:avLst/>
              </a:prstGeom>
              <a:noFill/>
              <a:ln cap="flat" cmpd="sng" w="12700">
                <a:solidFill>
                  <a:schemeClr val="lt1">
                    <a:alpha val="25098"/>
                  </a:scheme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" name="Google Shape;322;p51"/>
              <p:cNvSpPr/>
              <p:nvPr/>
            </p:nvSpPr>
            <p:spPr>
              <a:xfrm>
                <a:off x="-5506817" y="5332118"/>
                <a:ext cx="2662800" cy="2662800"/>
              </a:xfrm>
              <a:prstGeom prst="ellipse">
                <a:avLst/>
              </a:prstGeom>
              <a:noFill/>
              <a:ln cap="flat" cmpd="sng" w="12700">
                <a:solidFill>
                  <a:schemeClr val="lt1">
                    <a:alpha val="25098"/>
                  </a:scheme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" name="Google Shape;323;p51"/>
              <p:cNvSpPr/>
              <p:nvPr/>
            </p:nvSpPr>
            <p:spPr>
              <a:xfrm>
                <a:off x="-5181278" y="5657657"/>
                <a:ext cx="2011800" cy="2011800"/>
              </a:xfrm>
              <a:prstGeom prst="ellipse">
                <a:avLst/>
              </a:prstGeom>
              <a:noFill/>
              <a:ln cap="flat" cmpd="sng" w="12700">
                <a:solidFill>
                  <a:schemeClr val="lt1">
                    <a:alpha val="25098"/>
                  </a:scheme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4" name="Google Shape;324;p51"/>
            <p:cNvGrpSpPr/>
            <p:nvPr/>
          </p:nvGrpSpPr>
          <p:grpSpPr>
            <a:xfrm>
              <a:off x="2199996" y="775278"/>
              <a:ext cx="6874449" cy="4941688"/>
              <a:chOff x="-5917301" y="2252173"/>
              <a:chExt cx="3073341" cy="2209267"/>
            </a:xfrm>
          </p:grpSpPr>
          <p:sp>
            <p:nvSpPr>
              <p:cNvPr id="325" name="Google Shape;325;p51"/>
              <p:cNvSpPr/>
              <p:nvPr/>
            </p:nvSpPr>
            <p:spPr>
              <a:xfrm>
                <a:off x="-3159527" y="2619284"/>
                <a:ext cx="127500" cy="127500"/>
              </a:xfrm>
              <a:prstGeom prst="ellipse">
                <a:avLst/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14400033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" name="Google Shape;326;p51"/>
              <p:cNvSpPr/>
              <p:nvPr/>
            </p:nvSpPr>
            <p:spPr>
              <a:xfrm>
                <a:off x="-2971460" y="2252173"/>
                <a:ext cx="127500" cy="127500"/>
              </a:xfrm>
              <a:prstGeom prst="ellipse">
                <a:avLst/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14400033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" name="Google Shape;327;p51"/>
              <p:cNvSpPr/>
              <p:nvPr/>
            </p:nvSpPr>
            <p:spPr>
              <a:xfrm>
                <a:off x="-5917301" y="3155068"/>
                <a:ext cx="127500" cy="127500"/>
              </a:xfrm>
              <a:prstGeom prst="ellipse">
                <a:avLst/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14400033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" name="Google Shape;328;p51"/>
              <p:cNvSpPr/>
              <p:nvPr/>
            </p:nvSpPr>
            <p:spPr>
              <a:xfrm>
                <a:off x="-5410548" y="2746686"/>
                <a:ext cx="127500" cy="127500"/>
              </a:xfrm>
              <a:prstGeom prst="ellipse">
                <a:avLst/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14400033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" name="Google Shape;329;p51"/>
              <p:cNvSpPr/>
              <p:nvPr/>
            </p:nvSpPr>
            <p:spPr>
              <a:xfrm>
                <a:off x="-5716977" y="4240869"/>
                <a:ext cx="127500" cy="127500"/>
              </a:xfrm>
              <a:prstGeom prst="ellipse">
                <a:avLst/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14400033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" name="Google Shape;330;p51"/>
              <p:cNvSpPr/>
              <p:nvPr/>
            </p:nvSpPr>
            <p:spPr>
              <a:xfrm>
                <a:off x="-4480790" y="4348940"/>
                <a:ext cx="112500" cy="112500"/>
              </a:xfrm>
              <a:prstGeom prst="ellipse">
                <a:avLst/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14400033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" name="Google Shape;331;p51"/>
              <p:cNvSpPr/>
              <p:nvPr/>
            </p:nvSpPr>
            <p:spPr>
              <a:xfrm>
                <a:off x="-3119421" y="4102065"/>
                <a:ext cx="112500" cy="112500"/>
              </a:xfrm>
              <a:prstGeom prst="ellipse">
                <a:avLst/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14400033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32" name="Google Shape;332;p51"/>
          <p:cNvSpPr txBox="1"/>
          <p:nvPr/>
        </p:nvSpPr>
        <p:spPr>
          <a:xfrm>
            <a:off x="2744917" y="345355"/>
            <a:ext cx="6702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pt-BR" sz="54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Objetivos e Trilha</a:t>
            </a:r>
            <a:endParaRPr b="0" i="0" sz="66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3" name="Google Shape;333;p51"/>
          <p:cNvSpPr txBox="1"/>
          <p:nvPr/>
        </p:nvSpPr>
        <p:spPr>
          <a:xfrm>
            <a:off x="3759811" y="1618113"/>
            <a:ext cx="46725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Este exame é uma oportunidade para demonstrar o conhecimento comum sobre cargas de trabalho de aprendizado de máquina e inteligência artificial e como implementá-las no Azure.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eta: reta com preenchimento sólido" id="334" name="Google Shape;334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5638799" y="364574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51"/>
          <p:cNvSpPr txBox="1"/>
          <p:nvPr/>
        </p:nvSpPr>
        <p:spPr>
          <a:xfrm>
            <a:off x="3443733" y="5154833"/>
            <a:ext cx="1908247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DP-900</a:t>
            </a:r>
            <a:endParaRPr b="0" i="0" sz="36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Placa azul com letras brancas em fundo preto&#10;&#10;Descrição gerada automaticamente" id="336" name="Google Shape;336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84908" y="3681102"/>
            <a:ext cx="1025898" cy="1025898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5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29938" y="2887794"/>
            <a:ext cx="1114354" cy="111435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5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40009" y="4337953"/>
            <a:ext cx="1114355" cy="1114355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51"/>
          <p:cNvSpPr txBox="1"/>
          <p:nvPr/>
        </p:nvSpPr>
        <p:spPr>
          <a:xfrm>
            <a:off x="9326765" y="3178000"/>
            <a:ext cx="1908247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DP-203</a:t>
            </a:r>
            <a:endParaRPr b="0" i="0" sz="36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0" name="Google Shape;340;p51"/>
          <p:cNvSpPr txBox="1"/>
          <p:nvPr/>
        </p:nvSpPr>
        <p:spPr>
          <a:xfrm>
            <a:off x="9326764" y="4663696"/>
            <a:ext cx="1908247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DP-100</a:t>
            </a:r>
            <a:endParaRPr b="0" i="0" sz="36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5" name="Google Shape;345;p52"/>
          <p:cNvGrpSpPr/>
          <p:nvPr/>
        </p:nvGrpSpPr>
        <p:grpSpPr>
          <a:xfrm>
            <a:off x="1896169" y="-260555"/>
            <a:ext cx="8657304" cy="8657304"/>
            <a:chOff x="1767348" y="-899652"/>
            <a:chExt cx="8657304" cy="8657304"/>
          </a:xfrm>
        </p:grpSpPr>
        <p:grpSp>
          <p:nvGrpSpPr>
            <p:cNvPr id="346" name="Google Shape;346;p52"/>
            <p:cNvGrpSpPr/>
            <p:nvPr/>
          </p:nvGrpSpPr>
          <p:grpSpPr>
            <a:xfrm>
              <a:off x="1767348" y="-899652"/>
              <a:ext cx="8657304" cy="8657304"/>
              <a:chOff x="-6110596" y="4728339"/>
              <a:chExt cx="3870316" cy="3870316"/>
            </a:xfrm>
          </p:grpSpPr>
          <p:sp>
            <p:nvSpPr>
              <p:cNvPr id="347" name="Google Shape;347;p52"/>
              <p:cNvSpPr/>
              <p:nvPr/>
            </p:nvSpPr>
            <p:spPr>
              <a:xfrm>
                <a:off x="-5866885" y="4972050"/>
                <a:ext cx="3382894" cy="3382894"/>
              </a:xfrm>
              <a:prstGeom prst="ellipse">
                <a:avLst/>
              </a:prstGeom>
              <a:noFill/>
              <a:ln cap="flat" cmpd="sng" w="12700">
                <a:solidFill>
                  <a:schemeClr val="lt1">
                    <a:alpha val="25098"/>
                  </a:scheme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8" name="Google Shape;348;p52"/>
              <p:cNvSpPr/>
              <p:nvPr/>
            </p:nvSpPr>
            <p:spPr>
              <a:xfrm>
                <a:off x="-6110596" y="4728339"/>
                <a:ext cx="3870316" cy="3870316"/>
              </a:xfrm>
              <a:prstGeom prst="ellipse">
                <a:avLst/>
              </a:prstGeom>
              <a:noFill/>
              <a:ln cap="flat" cmpd="sng" w="12700">
                <a:solidFill>
                  <a:schemeClr val="lt1">
                    <a:alpha val="25098"/>
                  </a:scheme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9" name="Google Shape;349;p52"/>
              <p:cNvSpPr/>
              <p:nvPr/>
            </p:nvSpPr>
            <p:spPr>
              <a:xfrm>
                <a:off x="-5506817" y="5332118"/>
                <a:ext cx="2662758" cy="2662758"/>
              </a:xfrm>
              <a:prstGeom prst="ellipse">
                <a:avLst/>
              </a:prstGeom>
              <a:noFill/>
              <a:ln cap="flat" cmpd="sng" w="12700">
                <a:solidFill>
                  <a:schemeClr val="lt1">
                    <a:alpha val="25098"/>
                  </a:scheme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0" name="Google Shape;350;p52"/>
              <p:cNvSpPr/>
              <p:nvPr/>
            </p:nvSpPr>
            <p:spPr>
              <a:xfrm>
                <a:off x="-5181278" y="5657657"/>
                <a:ext cx="2011680" cy="2011680"/>
              </a:xfrm>
              <a:prstGeom prst="ellipse">
                <a:avLst/>
              </a:prstGeom>
              <a:noFill/>
              <a:ln cap="flat" cmpd="sng" w="12700">
                <a:solidFill>
                  <a:schemeClr val="lt1">
                    <a:alpha val="25098"/>
                  </a:scheme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1" name="Google Shape;351;p52"/>
            <p:cNvGrpSpPr/>
            <p:nvPr/>
          </p:nvGrpSpPr>
          <p:grpSpPr>
            <a:xfrm>
              <a:off x="2199719" y="775384"/>
              <a:ext cx="6874374" cy="4942000"/>
              <a:chOff x="-5917301" y="2252173"/>
              <a:chExt cx="3073243" cy="2209360"/>
            </a:xfrm>
          </p:grpSpPr>
          <p:sp>
            <p:nvSpPr>
              <p:cNvPr id="352" name="Google Shape;352;p52"/>
              <p:cNvSpPr/>
              <p:nvPr/>
            </p:nvSpPr>
            <p:spPr>
              <a:xfrm>
                <a:off x="-3159527" y="2619284"/>
                <a:ext cx="127402" cy="127402"/>
              </a:xfrm>
              <a:prstGeom prst="ellipse">
                <a:avLst/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14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" name="Google Shape;353;p52"/>
              <p:cNvSpPr/>
              <p:nvPr/>
            </p:nvSpPr>
            <p:spPr>
              <a:xfrm>
                <a:off x="-2971460" y="2252173"/>
                <a:ext cx="127402" cy="127402"/>
              </a:xfrm>
              <a:prstGeom prst="ellipse">
                <a:avLst/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14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4" name="Google Shape;354;p52"/>
              <p:cNvSpPr/>
              <p:nvPr/>
            </p:nvSpPr>
            <p:spPr>
              <a:xfrm>
                <a:off x="-5917301" y="3155068"/>
                <a:ext cx="127402" cy="127402"/>
              </a:xfrm>
              <a:prstGeom prst="ellipse">
                <a:avLst/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14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5" name="Google Shape;355;p52"/>
              <p:cNvSpPr/>
              <p:nvPr/>
            </p:nvSpPr>
            <p:spPr>
              <a:xfrm>
                <a:off x="-5410548" y="2746686"/>
                <a:ext cx="127402" cy="127402"/>
              </a:xfrm>
              <a:prstGeom prst="ellipse">
                <a:avLst/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14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6" name="Google Shape;356;p52"/>
              <p:cNvSpPr/>
              <p:nvPr/>
            </p:nvSpPr>
            <p:spPr>
              <a:xfrm>
                <a:off x="-5716977" y="4240869"/>
                <a:ext cx="127402" cy="127402"/>
              </a:xfrm>
              <a:prstGeom prst="ellipse">
                <a:avLst/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14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7" name="Google Shape;357;p52"/>
              <p:cNvSpPr/>
              <p:nvPr/>
            </p:nvSpPr>
            <p:spPr>
              <a:xfrm>
                <a:off x="-4480790" y="4348940"/>
                <a:ext cx="112593" cy="112593"/>
              </a:xfrm>
              <a:prstGeom prst="ellipse">
                <a:avLst/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14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8" name="Google Shape;358;p52"/>
              <p:cNvSpPr/>
              <p:nvPr/>
            </p:nvSpPr>
            <p:spPr>
              <a:xfrm>
                <a:off x="-3119421" y="4102065"/>
                <a:ext cx="112593" cy="112593"/>
              </a:xfrm>
              <a:prstGeom prst="ellipse">
                <a:avLst/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14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59" name="Google Shape;359;p52"/>
          <p:cNvSpPr txBox="1"/>
          <p:nvPr/>
        </p:nvSpPr>
        <p:spPr>
          <a:xfrm>
            <a:off x="2744917" y="345355"/>
            <a:ext cx="6702166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pt-BR" sz="54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Validade</a:t>
            </a:r>
            <a:endParaRPr b="0" i="0" sz="66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0" name="Google Shape;360;p52"/>
          <p:cNvSpPr txBox="1"/>
          <p:nvPr/>
        </p:nvSpPr>
        <p:spPr>
          <a:xfrm>
            <a:off x="3759809" y="1498962"/>
            <a:ext cx="467237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pt-BR" sz="32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Este exame </a:t>
            </a:r>
            <a:r>
              <a:rPr b="1" i="0" lang="pt-BR" sz="32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não expira</a:t>
            </a:r>
            <a:endParaRPr b="1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52"/>
          <p:cNvSpPr txBox="1"/>
          <p:nvPr/>
        </p:nvSpPr>
        <p:spPr>
          <a:xfrm>
            <a:off x="6008457" y="3719098"/>
            <a:ext cx="178709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DP-900</a:t>
            </a:r>
            <a:endParaRPr b="0" i="0" sz="36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Placa azul com letras brancas em fundo preto&#10;&#10;Descrição gerada automaticamente" id="362" name="Google Shape;362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65905" y="2802272"/>
            <a:ext cx="2201363" cy="22013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7" name="Google Shape;367;p53"/>
          <p:cNvGrpSpPr/>
          <p:nvPr/>
        </p:nvGrpSpPr>
        <p:grpSpPr>
          <a:xfrm>
            <a:off x="-985071" y="991054"/>
            <a:ext cx="9084019" cy="4689988"/>
            <a:chOff x="-985071" y="991054"/>
            <a:chExt cx="9084019" cy="4689988"/>
          </a:xfrm>
        </p:grpSpPr>
        <p:sp>
          <p:nvSpPr>
            <p:cNvPr id="368" name="Google Shape;368;p53"/>
            <p:cNvSpPr/>
            <p:nvPr/>
          </p:nvSpPr>
          <p:spPr>
            <a:xfrm rot="5400000">
              <a:off x="-985071" y="991054"/>
              <a:ext cx="4689988" cy="4689988"/>
            </a:xfrm>
            <a:prstGeom prst="blockArc">
              <a:avLst>
                <a:gd fmla="val 10800000" name="adj1"/>
                <a:gd fmla="val 484923" name="adj2"/>
                <a:gd fmla="val 12441" name="adj3"/>
              </a:avLst>
            </a:prstGeom>
            <a:solidFill>
              <a:srgbClr val="D8D8D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" name="Google Shape;369;p53"/>
            <p:cNvSpPr/>
            <p:nvPr/>
          </p:nvSpPr>
          <p:spPr>
            <a:xfrm>
              <a:off x="3448290" y="2981653"/>
              <a:ext cx="3755689" cy="1066800"/>
            </a:xfrm>
            <a:prstGeom prst="rect">
              <a:avLst/>
            </a:prstGeom>
            <a:solidFill>
              <a:srgbClr val="D8D8D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" name="Google Shape;370;p53"/>
            <p:cNvSpPr/>
            <p:nvPr/>
          </p:nvSpPr>
          <p:spPr>
            <a:xfrm rot="5400000">
              <a:off x="6856154" y="2966481"/>
              <a:ext cx="1430844" cy="1054743"/>
            </a:xfrm>
            <a:prstGeom prst="triangle">
              <a:avLst>
                <a:gd fmla="val 50000" name="adj"/>
              </a:avLst>
            </a:prstGeom>
            <a:solidFill>
              <a:srgbClr val="D8D8D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1" name="Google Shape;371;p53"/>
          <p:cNvSpPr txBox="1"/>
          <p:nvPr/>
        </p:nvSpPr>
        <p:spPr>
          <a:xfrm>
            <a:off x="2971547" y="1307952"/>
            <a:ext cx="617016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Descrever os principais conceitos de dados</a:t>
            </a:r>
            <a:endParaRPr b="1" i="0" sz="1800" u="none" cap="none" strike="noStrike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2" name="Google Shape;372;p53"/>
          <p:cNvSpPr txBox="1"/>
          <p:nvPr/>
        </p:nvSpPr>
        <p:spPr>
          <a:xfrm>
            <a:off x="3941335" y="2285282"/>
            <a:ext cx="5433910" cy="646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Descrever como trabalhar com dados relacionais na Azure</a:t>
            </a:r>
            <a:endParaRPr b="1" i="0" sz="18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3" name="Google Shape;373;p53"/>
          <p:cNvSpPr txBox="1"/>
          <p:nvPr/>
        </p:nvSpPr>
        <p:spPr>
          <a:xfrm>
            <a:off x="3136015" y="4903801"/>
            <a:ext cx="5391115" cy="646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accent4"/>
                </a:solidFill>
                <a:latin typeface="Montserrat"/>
                <a:ea typeface="Montserrat"/>
                <a:cs typeface="Montserrat"/>
                <a:sym typeface="Montserrat"/>
              </a:rPr>
              <a:t>Descrever cargas de trabalho de análise na Azure</a:t>
            </a:r>
            <a:endParaRPr b="1" i="0" sz="1800" u="none" cap="none" strike="noStrike">
              <a:solidFill>
                <a:schemeClr val="accent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4" name="Google Shape;374;p53"/>
          <p:cNvSpPr txBox="1"/>
          <p:nvPr/>
        </p:nvSpPr>
        <p:spPr>
          <a:xfrm>
            <a:off x="3986231" y="3725775"/>
            <a:ext cx="5272761" cy="646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Descrever como trabalhar com dados não relacionais na Azure</a:t>
            </a:r>
            <a:endParaRPr b="1" i="0" sz="1800" u="none" cap="none" strike="noStrike">
              <a:solidFill>
                <a:schemeClr val="accent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375" name="Google Shape;375;p53"/>
          <p:cNvGrpSpPr/>
          <p:nvPr/>
        </p:nvGrpSpPr>
        <p:grpSpPr>
          <a:xfrm>
            <a:off x="1814703" y="966428"/>
            <a:ext cx="1066800" cy="1066800"/>
            <a:chOff x="893198" y="901815"/>
            <a:chExt cx="1066800" cy="1066800"/>
          </a:xfrm>
        </p:grpSpPr>
        <p:sp>
          <p:nvSpPr>
            <p:cNvPr id="376" name="Google Shape;376;p53"/>
            <p:cNvSpPr/>
            <p:nvPr/>
          </p:nvSpPr>
          <p:spPr>
            <a:xfrm>
              <a:off x="893198" y="901815"/>
              <a:ext cx="1066800" cy="1066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" name="Google Shape;377;p53"/>
            <p:cNvSpPr/>
            <p:nvPr/>
          </p:nvSpPr>
          <p:spPr>
            <a:xfrm>
              <a:off x="992646" y="1001263"/>
              <a:ext cx="867904" cy="867904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" name="Google Shape;378;p53"/>
            <p:cNvSpPr txBox="1"/>
            <p:nvPr/>
          </p:nvSpPr>
          <p:spPr>
            <a:xfrm>
              <a:off x="1101119" y="1204383"/>
              <a:ext cx="65095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pt-BR" sz="2400" u="none" cap="none" strike="noStrike">
                  <a:solidFill>
                    <a:schemeClr val="accen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01</a:t>
              </a:r>
              <a:endParaRPr b="1" i="0" sz="24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379" name="Google Shape;379;p53"/>
          <p:cNvGrpSpPr/>
          <p:nvPr/>
        </p:nvGrpSpPr>
        <p:grpSpPr>
          <a:xfrm>
            <a:off x="2797023" y="2093086"/>
            <a:ext cx="1066800" cy="1066800"/>
            <a:chOff x="2422355" y="1519256"/>
            <a:chExt cx="1066800" cy="1066800"/>
          </a:xfrm>
        </p:grpSpPr>
        <p:sp>
          <p:nvSpPr>
            <p:cNvPr id="380" name="Google Shape;380;p53"/>
            <p:cNvSpPr/>
            <p:nvPr/>
          </p:nvSpPr>
          <p:spPr>
            <a:xfrm>
              <a:off x="2422355" y="1519256"/>
              <a:ext cx="1066800" cy="1066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" name="Google Shape;381;p53"/>
            <p:cNvSpPr/>
            <p:nvPr/>
          </p:nvSpPr>
          <p:spPr>
            <a:xfrm>
              <a:off x="2521803" y="1618704"/>
              <a:ext cx="867904" cy="867904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" name="Google Shape;382;p53"/>
            <p:cNvSpPr txBox="1"/>
            <p:nvPr/>
          </p:nvSpPr>
          <p:spPr>
            <a:xfrm>
              <a:off x="2630276" y="1821824"/>
              <a:ext cx="65095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pt-BR" sz="2400" u="none" cap="none" strike="noStrike">
                  <a:solidFill>
                    <a:schemeClr val="accent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02</a:t>
              </a:r>
              <a:endParaRPr b="1" i="0" sz="24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383" name="Google Shape;383;p53"/>
          <p:cNvGrpSpPr/>
          <p:nvPr/>
        </p:nvGrpSpPr>
        <p:grpSpPr>
          <a:xfrm>
            <a:off x="2797023" y="3515929"/>
            <a:ext cx="1066800" cy="1066800"/>
            <a:chOff x="2797892" y="2981653"/>
            <a:chExt cx="1066800" cy="1066800"/>
          </a:xfrm>
        </p:grpSpPr>
        <p:sp>
          <p:nvSpPr>
            <p:cNvPr id="384" name="Google Shape;384;p53"/>
            <p:cNvSpPr/>
            <p:nvPr/>
          </p:nvSpPr>
          <p:spPr>
            <a:xfrm>
              <a:off x="2797892" y="2981653"/>
              <a:ext cx="1066800" cy="1066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" name="Google Shape;385;p53"/>
            <p:cNvSpPr/>
            <p:nvPr/>
          </p:nvSpPr>
          <p:spPr>
            <a:xfrm>
              <a:off x="2897340" y="3081101"/>
              <a:ext cx="867904" cy="867904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" name="Google Shape;386;p53"/>
            <p:cNvSpPr txBox="1"/>
            <p:nvPr/>
          </p:nvSpPr>
          <p:spPr>
            <a:xfrm>
              <a:off x="3005813" y="3284221"/>
              <a:ext cx="65095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pt-BR" sz="2400" u="none" cap="none" strike="noStrike">
                  <a:solidFill>
                    <a:schemeClr val="accent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03</a:t>
              </a:r>
              <a:endParaRPr b="1" i="0" sz="24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387" name="Google Shape;387;p53"/>
          <p:cNvGrpSpPr/>
          <p:nvPr/>
        </p:nvGrpSpPr>
        <p:grpSpPr>
          <a:xfrm>
            <a:off x="1814703" y="4659914"/>
            <a:ext cx="1066800" cy="1066800"/>
            <a:chOff x="2239025" y="4363765"/>
            <a:chExt cx="1066800" cy="1066800"/>
          </a:xfrm>
        </p:grpSpPr>
        <p:sp>
          <p:nvSpPr>
            <p:cNvPr id="388" name="Google Shape;388;p53"/>
            <p:cNvSpPr/>
            <p:nvPr/>
          </p:nvSpPr>
          <p:spPr>
            <a:xfrm>
              <a:off x="2239025" y="4363765"/>
              <a:ext cx="1066800" cy="10668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9" name="Google Shape;389;p53"/>
            <p:cNvSpPr/>
            <p:nvPr/>
          </p:nvSpPr>
          <p:spPr>
            <a:xfrm>
              <a:off x="2338473" y="4463213"/>
              <a:ext cx="867904" cy="867904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" name="Google Shape;390;p53"/>
            <p:cNvSpPr txBox="1"/>
            <p:nvPr/>
          </p:nvSpPr>
          <p:spPr>
            <a:xfrm>
              <a:off x="2446946" y="4666333"/>
              <a:ext cx="65095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pt-BR" sz="2400" u="none" cap="none" strike="noStrike">
                  <a:solidFill>
                    <a:schemeClr val="accent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04</a:t>
              </a:r>
              <a:endParaRPr b="1" i="0" sz="2400" u="none" cap="none" strike="noStrike">
                <a:solidFill>
                  <a:schemeClr val="accent4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391" name="Google Shape;391;p53"/>
          <p:cNvSpPr/>
          <p:nvPr/>
        </p:nvSpPr>
        <p:spPr>
          <a:xfrm>
            <a:off x="699945" y="2633805"/>
            <a:ext cx="1501404" cy="1630512"/>
          </a:xfrm>
          <a:custGeom>
            <a:rect b="b" l="l" r="r" t="t"/>
            <a:pathLst>
              <a:path extrusionOk="0" h="276" w="254">
                <a:moveTo>
                  <a:pt x="249" y="18"/>
                </a:moveTo>
                <a:cubicBezTo>
                  <a:pt x="247" y="13"/>
                  <a:pt x="245" y="10"/>
                  <a:pt x="241" y="8"/>
                </a:cubicBezTo>
                <a:cubicBezTo>
                  <a:pt x="233" y="5"/>
                  <a:pt x="227" y="8"/>
                  <a:pt x="221" y="12"/>
                </a:cubicBezTo>
                <a:cubicBezTo>
                  <a:pt x="215" y="16"/>
                  <a:pt x="208" y="20"/>
                  <a:pt x="195" y="20"/>
                </a:cubicBezTo>
                <a:cubicBezTo>
                  <a:pt x="195" y="12"/>
                  <a:pt x="194" y="5"/>
                  <a:pt x="192" y="0"/>
                </a:cubicBezTo>
                <a:cubicBezTo>
                  <a:pt x="62" y="0"/>
                  <a:pt x="62" y="0"/>
                  <a:pt x="62" y="0"/>
                </a:cubicBezTo>
                <a:cubicBezTo>
                  <a:pt x="61" y="5"/>
                  <a:pt x="60" y="12"/>
                  <a:pt x="59" y="20"/>
                </a:cubicBezTo>
                <a:cubicBezTo>
                  <a:pt x="47" y="20"/>
                  <a:pt x="40" y="16"/>
                  <a:pt x="34" y="12"/>
                </a:cubicBezTo>
                <a:cubicBezTo>
                  <a:pt x="27" y="8"/>
                  <a:pt x="22" y="5"/>
                  <a:pt x="13" y="8"/>
                </a:cubicBezTo>
                <a:cubicBezTo>
                  <a:pt x="10" y="10"/>
                  <a:pt x="7" y="13"/>
                  <a:pt x="6" y="18"/>
                </a:cubicBezTo>
                <a:cubicBezTo>
                  <a:pt x="0" y="36"/>
                  <a:pt x="7" y="74"/>
                  <a:pt x="25" y="100"/>
                </a:cubicBezTo>
                <a:cubicBezTo>
                  <a:pt x="47" y="131"/>
                  <a:pt x="80" y="150"/>
                  <a:pt x="103" y="155"/>
                </a:cubicBezTo>
                <a:cubicBezTo>
                  <a:pt x="106" y="158"/>
                  <a:pt x="108" y="161"/>
                  <a:pt x="110" y="164"/>
                </a:cubicBezTo>
                <a:cubicBezTo>
                  <a:pt x="115" y="174"/>
                  <a:pt x="115" y="174"/>
                  <a:pt x="115" y="174"/>
                </a:cubicBezTo>
                <a:cubicBezTo>
                  <a:pt x="110" y="179"/>
                  <a:pt x="110" y="179"/>
                  <a:pt x="110" y="179"/>
                </a:cubicBezTo>
                <a:cubicBezTo>
                  <a:pt x="113" y="183"/>
                  <a:pt x="113" y="183"/>
                  <a:pt x="113" y="183"/>
                </a:cubicBezTo>
                <a:cubicBezTo>
                  <a:pt x="115" y="191"/>
                  <a:pt x="115" y="191"/>
                  <a:pt x="115" y="191"/>
                </a:cubicBezTo>
                <a:cubicBezTo>
                  <a:pt x="107" y="200"/>
                  <a:pt x="107" y="200"/>
                  <a:pt x="107" y="200"/>
                </a:cubicBezTo>
                <a:cubicBezTo>
                  <a:pt x="116" y="208"/>
                  <a:pt x="116" y="208"/>
                  <a:pt x="116" y="208"/>
                </a:cubicBezTo>
                <a:cubicBezTo>
                  <a:pt x="116" y="208"/>
                  <a:pt x="114" y="227"/>
                  <a:pt x="86" y="235"/>
                </a:cubicBezTo>
                <a:cubicBezTo>
                  <a:pt x="74" y="238"/>
                  <a:pt x="61" y="245"/>
                  <a:pt x="61" y="245"/>
                </a:cubicBezTo>
                <a:cubicBezTo>
                  <a:pt x="61" y="245"/>
                  <a:pt x="60" y="258"/>
                  <a:pt x="55" y="265"/>
                </a:cubicBezTo>
                <a:cubicBezTo>
                  <a:pt x="47" y="265"/>
                  <a:pt x="47" y="265"/>
                  <a:pt x="47" y="265"/>
                </a:cubicBezTo>
                <a:cubicBezTo>
                  <a:pt x="44" y="276"/>
                  <a:pt x="44" y="276"/>
                  <a:pt x="44" y="276"/>
                </a:cubicBezTo>
                <a:cubicBezTo>
                  <a:pt x="211" y="276"/>
                  <a:pt x="211" y="276"/>
                  <a:pt x="211" y="276"/>
                </a:cubicBezTo>
                <a:cubicBezTo>
                  <a:pt x="207" y="265"/>
                  <a:pt x="207" y="265"/>
                  <a:pt x="207" y="265"/>
                </a:cubicBezTo>
                <a:cubicBezTo>
                  <a:pt x="199" y="265"/>
                  <a:pt x="199" y="265"/>
                  <a:pt x="199" y="265"/>
                </a:cubicBezTo>
                <a:cubicBezTo>
                  <a:pt x="194" y="258"/>
                  <a:pt x="193" y="245"/>
                  <a:pt x="193" y="245"/>
                </a:cubicBezTo>
                <a:cubicBezTo>
                  <a:pt x="193" y="245"/>
                  <a:pt x="180" y="238"/>
                  <a:pt x="168" y="235"/>
                </a:cubicBezTo>
                <a:cubicBezTo>
                  <a:pt x="140" y="227"/>
                  <a:pt x="139" y="208"/>
                  <a:pt x="139" y="208"/>
                </a:cubicBezTo>
                <a:cubicBezTo>
                  <a:pt x="147" y="200"/>
                  <a:pt x="147" y="200"/>
                  <a:pt x="147" y="200"/>
                </a:cubicBezTo>
                <a:cubicBezTo>
                  <a:pt x="140" y="191"/>
                  <a:pt x="140" y="191"/>
                  <a:pt x="140" y="191"/>
                </a:cubicBezTo>
                <a:cubicBezTo>
                  <a:pt x="141" y="183"/>
                  <a:pt x="141" y="183"/>
                  <a:pt x="141" y="183"/>
                </a:cubicBezTo>
                <a:cubicBezTo>
                  <a:pt x="145" y="179"/>
                  <a:pt x="145" y="179"/>
                  <a:pt x="145" y="179"/>
                </a:cubicBezTo>
                <a:cubicBezTo>
                  <a:pt x="140" y="174"/>
                  <a:pt x="140" y="174"/>
                  <a:pt x="140" y="174"/>
                </a:cubicBezTo>
                <a:cubicBezTo>
                  <a:pt x="145" y="164"/>
                  <a:pt x="145" y="164"/>
                  <a:pt x="145" y="164"/>
                </a:cubicBezTo>
                <a:cubicBezTo>
                  <a:pt x="146" y="161"/>
                  <a:pt x="149" y="158"/>
                  <a:pt x="151" y="155"/>
                </a:cubicBezTo>
                <a:cubicBezTo>
                  <a:pt x="174" y="150"/>
                  <a:pt x="207" y="131"/>
                  <a:pt x="229" y="100"/>
                </a:cubicBezTo>
                <a:cubicBezTo>
                  <a:pt x="247" y="74"/>
                  <a:pt x="254" y="36"/>
                  <a:pt x="249" y="18"/>
                </a:cubicBezTo>
                <a:close/>
                <a:moveTo>
                  <a:pt x="35" y="103"/>
                </a:moveTo>
                <a:cubicBezTo>
                  <a:pt x="18" y="78"/>
                  <a:pt x="11" y="41"/>
                  <a:pt x="16" y="25"/>
                </a:cubicBezTo>
                <a:cubicBezTo>
                  <a:pt x="17" y="22"/>
                  <a:pt x="19" y="18"/>
                  <a:pt x="22" y="17"/>
                </a:cubicBezTo>
                <a:cubicBezTo>
                  <a:pt x="29" y="14"/>
                  <a:pt x="33" y="17"/>
                  <a:pt x="39" y="20"/>
                </a:cubicBezTo>
                <a:cubicBezTo>
                  <a:pt x="45" y="24"/>
                  <a:pt x="49" y="38"/>
                  <a:pt x="59" y="27"/>
                </a:cubicBezTo>
                <a:cubicBezTo>
                  <a:pt x="57" y="54"/>
                  <a:pt x="58" y="87"/>
                  <a:pt x="69" y="109"/>
                </a:cubicBezTo>
                <a:cubicBezTo>
                  <a:pt x="79" y="129"/>
                  <a:pt x="90" y="141"/>
                  <a:pt x="99" y="150"/>
                </a:cubicBezTo>
                <a:cubicBezTo>
                  <a:pt x="78" y="144"/>
                  <a:pt x="55" y="131"/>
                  <a:pt x="35" y="103"/>
                </a:cubicBezTo>
                <a:close/>
                <a:moveTo>
                  <a:pt x="219" y="103"/>
                </a:moveTo>
                <a:cubicBezTo>
                  <a:pt x="199" y="131"/>
                  <a:pt x="177" y="144"/>
                  <a:pt x="156" y="150"/>
                </a:cubicBezTo>
                <a:cubicBezTo>
                  <a:pt x="165" y="141"/>
                  <a:pt x="176" y="129"/>
                  <a:pt x="186" y="109"/>
                </a:cubicBezTo>
                <a:cubicBezTo>
                  <a:pt x="196" y="87"/>
                  <a:pt x="198" y="54"/>
                  <a:pt x="196" y="27"/>
                </a:cubicBezTo>
                <a:cubicBezTo>
                  <a:pt x="205" y="38"/>
                  <a:pt x="210" y="24"/>
                  <a:pt x="216" y="20"/>
                </a:cubicBezTo>
                <a:cubicBezTo>
                  <a:pt x="222" y="17"/>
                  <a:pt x="226" y="14"/>
                  <a:pt x="233" y="17"/>
                </a:cubicBezTo>
                <a:cubicBezTo>
                  <a:pt x="236" y="18"/>
                  <a:pt x="238" y="22"/>
                  <a:pt x="238" y="25"/>
                </a:cubicBezTo>
                <a:cubicBezTo>
                  <a:pt x="243" y="41"/>
                  <a:pt x="237" y="78"/>
                  <a:pt x="219" y="10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92" name="Google Shape;392;p53"/>
          <p:cNvGrpSpPr/>
          <p:nvPr/>
        </p:nvGrpSpPr>
        <p:grpSpPr>
          <a:xfrm>
            <a:off x="9971660" y="1746931"/>
            <a:ext cx="1550507" cy="3536244"/>
            <a:chOff x="5320747" y="921034"/>
            <a:chExt cx="1550507" cy="3536244"/>
          </a:xfrm>
        </p:grpSpPr>
        <p:sp>
          <p:nvSpPr>
            <p:cNvPr id="393" name="Google Shape;393;p53"/>
            <p:cNvSpPr/>
            <p:nvPr/>
          </p:nvSpPr>
          <p:spPr>
            <a:xfrm>
              <a:off x="5783179" y="3600419"/>
              <a:ext cx="625643" cy="856859"/>
            </a:xfrm>
            <a:custGeom>
              <a:rect b="b" l="l" r="r" t="t"/>
              <a:pathLst>
                <a:path extrusionOk="0" h="252" w="184">
                  <a:moveTo>
                    <a:pt x="118" y="0"/>
                  </a:moveTo>
                  <a:lnTo>
                    <a:pt x="118" y="0"/>
                  </a:lnTo>
                  <a:lnTo>
                    <a:pt x="126" y="6"/>
                  </a:lnTo>
                  <a:lnTo>
                    <a:pt x="142" y="20"/>
                  </a:lnTo>
                  <a:lnTo>
                    <a:pt x="150" y="30"/>
                  </a:lnTo>
                  <a:lnTo>
                    <a:pt x="160" y="42"/>
                  </a:lnTo>
                  <a:lnTo>
                    <a:pt x="170" y="58"/>
                  </a:lnTo>
                  <a:lnTo>
                    <a:pt x="176" y="74"/>
                  </a:lnTo>
                  <a:lnTo>
                    <a:pt x="182" y="90"/>
                  </a:lnTo>
                  <a:lnTo>
                    <a:pt x="184" y="110"/>
                  </a:lnTo>
                  <a:lnTo>
                    <a:pt x="182" y="130"/>
                  </a:lnTo>
                  <a:lnTo>
                    <a:pt x="176" y="152"/>
                  </a:lnTo>
                  <a:lnTo>
                    <a:pt x="164" y="176"/>
                  </a:lnTo>
                  <a:lnTo>
                    <a:pt x="148" y="200"/>
                  </a:lnTo>
                  <a:lnTo>
                    <a:pt x="124" y="226"/>
                  </a:lnTo>
                  <a:lnTo>
                    <a:pt x="92" y="252"/>
                  </a:lnTo>
                  <a:lnTo>
                    <a:pt x="92" y="252"/>
                  </a:lnTo>
                  <a:lnTo>
                    <a:pt x="60" y="226"/>
                  </a:lnTo>
                  <a:lnTo>
                    <a:pt x="36" y="200"/>
                  </a:lnTo>
                  <a:lnTo>
                    <a:pt x="20" y="176"/>
                  </a:lnTo>
                  <a:lnTo>
                    <a:pt x="8" y="152"/>
                  </a:lnTo>
                  <a:lnTo>
                    <a:pt x="2" y="130"/>
                  </a:lnTo>
                  <a:lnTo>
                    <a:pt x="0" y="110"/>
                  </a:lnTo>
                  <a:lnTo>
                    <a:pt x="2" y="90"/>
                  </a:lnTo>
                  <a:lnTo>
                    <a:pt x="8" y="74"/>
                  </a:lnTo>
                  <a:lnTo>
                    <a:pt x="14" y="58"/>
                  </a:lnTo>
                  <a:lnTo>
                    <a:pt x="24" y="42"/>
                  </a:lnTo>
                  <a:lnTo>
                    <a:pt x="34" y="30"/>
                  </a:lnTo>
                  <a:lnTo>
                    <a:pt x="42" y="20"/>
                  </a:lnTo>
                  <a:lnTo>
                    <a:pt x="58" y="6"/>
                  </a:lnTo>
                  <a:lnTo>
                    <a:pt x="66" y="0"/>
                  </a:lnTo>
                  <a:lnTo>
                    <a:pt x="118" y="0"/>
                  </a:lnTo>
                  <a:close/>
                </a:path>
              </a:pathLst>
            </a:custGeom>
            <a:solidFill>
              <a:srgbClr val="425F9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4" name="Google Shape;394;p53"/>
            <p:cNvSpPr/>
            <p:nvPr/>
          </p:nvSpPr>
          <p:spPr>
            <a:xfrm>
              <a:off x="5783179" y="3600419"/>
              <a:ext cx="625643" cy="856859"/>
            </a:xfrm>
            <a:custGeom>
              <a:rect b="b" l="l" r="r" t="t"/>
              <a:pathLst>
                <a:path extrusionOk="0" h="252" w="184">
                  <a:moveTo>
                    <a:pt x="118" y="0"/>
                  </a:moveTo>
                  <a:lnTo>
                    <a:pt x="118" y="0"/>
                  </a:lnTo>
                  <a:lnTo>
                    <a:pt x="126" y="6"/>
                  </a:lnTo>
                  <a:lnTo>
                    <a:pt x="142" y="20"/>
                  </a:lnTo>
                  <a:lnTo>
                    <a:pt x="150" y="30"/>
                  </a:lnTo>
                  <a:lnTo>
                    <a:pt x="160" y="42"/>
                  </a:lnTo>
                  <a:lnTo>
                    <a:pt x="170" y="58"/>
                  </a:lnTo>
                  <a:lnTo>
                    <a:pt x="176" y="74"/>
                  </a:lnTo>
                  <a:lnTo>
                    <a:pt x="182" y="90"/>
                  </a:lnTo>
                  <a:lnTo>
                    <a:pt x="184" y="110"/>
                  </a:lnTo>
                  <a:lnTo>
                    <a:pt x="182" y="130"/>
                  </a:lnTo>
                  <a:lnTo>
                    <a:pt x="176" y="152"/>
                  </a:lnTo>
                  <a:lnTo>
                    <a:pt x="164" y="176"/>
                  </a:lnTo>
                  <a:lnTo>
                    <a:pt x="148" y="200"/>
                  </a:lnTo>
                  <a:lnTo>
                    <a:pt x="124" y="226"/>
                  </a:lnTo>
                  <a:lnTo>
                    <a:pt x="92" y="252"/>
                  </a:lnTo>
                  <a:lnTo>
                    <a:pt x="92" y="252"/>
                  </a:lnTo>
                  <a:lnTo>
                    <a:pt x="60" y="226"/>
                  </a:lnTo>
                  <a:lnTo>
                    <a:pt x="36" y="200"/>
                  </a:lnTo>
                  <a:lnTo>
                    <a:pt x="20" y="176"/>
                  </a:lnTo>
                  <a:lnTo>
                    <a:pt x="8" y="152"/>
                  </a:lnTo>
                  <a:lnTo>
                    <a:pt x="2" y="130"/>
                  </a:lnTo>
                  <a:lnTo>
                    <a:pt x="0" y="110"/>
                  </a:lnTo>
                  <a:lnTo>
                    <a:pt x="2" y="90"/>
                  </a:lnTo>
                  <a:lnTo>
                    <a:pt x="8" y="74"/>
                  </a:lnTo>
                  <a:lnTo>
                    <a:pt x="14" y="58"/>
                  </a:lnTo>
                  <a:lnTo>
                    <a:pt x="24" y="42"/>
                  </a:lnTo>
                  <a:lnTo>
                    <a:pt x="34" y="30"/>
                  </a:lnTo>
                  <a:lnTo>
                    <a:pt x="42" y="20"/>
                  </a:lnTo>
                  <a:lnTo>
                    <a:pt x="58" y="6"/>
                  </a:lnTo>
                  <a:lnTo>
                    <a:pt x="66" y="0"/>
                  </a:lnTo>
                  <a:lnTo>
                    <a:pt x="118" y="0"/>
                  </a:lnTo>
                </a:path>
              </a:pathLst>
            </a:custGeom>
            <a:gradFill>
              <a:gsLst>
                <a:gs pos="0">
                  <a:schemeClr val="accent1"/>
                </a:gs>
                <a:gs pos="66000">
                  <a:schemeClr val="accent2"/>
                </a:gs>
                <a:gs pos="100000">
                  <a:schemeClr val="accent2"/>
                </a:gs>
              </a:gsLst>
              <a:lin ang="150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5" name="Google Shape;395;p53"/>
            <p:cNvSpPr/>
            <p:nvPr/>
          </p:nvSpPr>
          <p:spPr>
            <a:xfrm>
              <a:off x="5891986" y="3600419"/>
              <a:ext cx="408028" cy="564439"/>
            </a:xfrm>
            <a:custGeom>
              <a:rect b="b" l="l" r="r" t="t"/>
              <a:pathLst>
                <a:path extrusionOk="0" h="166" w="120">
                  <a:moveTo>
                    <a:pt x="78" y="0"/>
                  </a:moveTo>
                  <a:lnTo>
                    <a:pt x="78" y="0"/>
                  </a:lnTo>
                  <a:lnTo>
                    <a:pt x="82" y="4"/>
                  </a:lnTo>
                  <a:lnTo>
                    <a:pt x="92" y="14"/>
                  </a:lnTo>
                  <a:lnTo>
                    <a:pt x="104" y="28"/>
                  </a:lnTo>
                  <a:lnTo>
                    <a:pt x="110" y="38"/>
                  </a:lnTo>
                  <a:lnTo>
                    <a:pt x="116" y="48"/>
                  </a:lnTo>
                  <a:lnTo>
                    <a:pt x="118" y="60"/>
                  </a:lnTo>
                  <a:lnTo>
                    <a:pt x="120" y="72"/>
                  </a:lnTo>
                  <a:lnTo>
                    <a:pt x="120" y="86"/>
                  </a:lnTo>
                  <a:lnTo>
                    <a:pt x="116" y="100"/>
                  </a:lnTo>
                  <a:lnTo>
                    <a:pt x="108" y="116"/>
                  </a:lnTo>
                  <a:lnTo>
                    <a:pt x="96" y="132"/>
                  </a:lnTo>
                  <a:lnTo>
                    <a:pt x="80" y="148"/>
                  </a:lnTo>
                  <a:lnTo>
                    <a:pt x="60" y="166"/>
                  </a:lnTo>
                  <a:lnTo>
                    <a:pt x="60" y="166"/>
                  </a:lnTo>
                  <a:lnTo>
                    <a:pt x="40" y="148"/>
                  </a:lnTo>
                  <a:lnTo>
                    <a:pt x="24" y="132"/>
                  </a:lnTo>
                  <a:lnTo>
                    <a:pt x="12" y="116"/>
                  </a:lnTo>
                  <a:lnTo>
                    <a:pt x="4" y="100"/>
                  </a:lnTo>
                  <a:lnTo>
                    <a:pt x="0" y="86"/>
                  </a:lnTo>
                  <a:lnTo>
                    <a:pt x="0" y="72"/>
                  </a:lnTo>
                  <a:lnTo>
                    <a:pt x="2" y="60"/>
                  </a:lnTo>
                  <a:lnTo>
                    <a:pt x="4" y="48"/>
                  </a:lnTo>
                  <a:lnTo>
                    <a:pt x="10" y="38"/>
                  </a:lnTo>
                  <a:lnTo>
                    <a:pt x="16" y="28"/>
                  </a:lnTo>
                  <a:lnTo>
                    <a:pt x="28" y="14"/>
                  </a:lnTo>
                  <a:lnTo>
                    <a:pt x="38" y="4"/>
                  </a:lnTo>
                  <a:lnTo>
                    <a:pt x="42" y="0"/>
                  </a:lnTo>
                  <a:lnTo>
                    <a:pt x="78" y="0"/>
                  </a:lnTo>
                  <a:close/>
                </a:path>
              </a:pathLst>
            </a:custGeom>
            <a:solidFill>
              <a:srgbClr val="2246F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6" name="Google Shape;396;p53"/>
            <p:cNvSpPr/>
            <p:nvPr/>
          </p:nvSpPr>
          <p:spPr>
            <a:xfrm>
              <a:off x="5973592" y="3600419"/>
              <a:ext cx="244817" cy="333223"/>
            </a:xfrm>
            <a:custGeom>
              <a:rect b="b" l="l" r="r" t="t"/>
              <a:pathLst>
                <a:path extrusionOk="0" h="98" w="72">
                  <a:moveTo>
                    <a:pt x="46" y="0"/>
                  </a:moveTo>
                  <a:lnTo>
                    <a:pt x="46" y="0"/>
                  </a:lnTo>
                  <a:lnTo>
                    <a:pt x="54" y="8"/>
                  </a:lnTo>
                  <a:lnTo>
                    <a:pt x="62" y="18"/>
                  </a:lnTo>
                  <a:lnTo>
                    <a:pt x="68" y="28"/>
                  </a:lnTo>
                  <a:lnTo>
                    <a:pt x="70" y="36"/>
                  </a:lnTo>
                  <a:lnTo>
                    <a:pt x="72" y="44"/>
                  </a:lnTo>
                  <a:lnTo>
                    <a:pt x="70" y="52"/>
                  </a:lnTo>
                  <a:lnTo>
                    <a:pt x="68" y="60"/>
                  </a:lnTo>
                  <a:lnTo>
                    <a:pt x="64" y="68"/>
                  </a:lnTo>
                  <a:lnTo>
                    <a:pt x="58" y="78"/>
                  </a:lnTo>
                  <a:lnTo>
                    <a:pt x="48" y="88"/>
                  </a:lnTo>
                  <a:lnTo>
                    <a:pt x="36" y="98"/>
                  </a:lnTo>
                  <a:lnTo>
                    <a:pt x="36" y="98"/>
                  </a:lnTo>
                  <a:lnTo>
                    <a:pt x="24" y="88"/>
                  </a:lnTo>
                  <a:lnTo>
                    <a:pt x="14" y="78"/>
                  </a:lnTo>
                  <a:lnTo>
                    <a:pt x="8" y="68"/>
                  </a:lnTo>
                  <a:lnTo>
                    <a:pt x="4" y="60"/>
                  </a:lnTo>
                  <a:lnTo>
                    <a:pt x="2" y="52"/>
                  </a:lnTo>
                  <a:lnTo>
                    <a:pt x="0" y="44"/>
                  </a:lnTo>
                  <a:lnTo>
                    <a:pt x="2" y="36"/>
                  </a:lnTo>
                  <a:lnTo>
                    <a:pt x="4" y="28"/>
                  </a:lnTo>
                  <a:lnTo>
                    <a:pt x="10" y="18"/>
                  </a:lnTo>
                  <a:lnTo>
                    <a:pt x="18" y="8"/>
                  </a:lnTo>
                  <a:lnTo>
                    <a:pt x="26" y="0"/>
                  </a:lnTo>
                  <a:lnTo>
                    <a:pt x="46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50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7" name="Google Shape;397;p53"/>
            <p:cNvSpPr/>
            <p:nvPr/>
          </p:nvSpPr>
          <p:spPr>
            <a:xfrm>
              <a:off x="5320747" y="2808165"/>
              <a:ext cx="557638" cy="948667"/>
            </a:xfrm>
            <a:custGeom>
              <a:rect b="b" l="l" r="r" t="t"/>
              <a:pathLst>
                <a:path extrusionOk="0" h="279" w="164">
                  <a:moveTo>
                    <a:pt x="164" y="172"/>
                  </a:moveTo>
                  <a:lnTo>
                    <a:pt x="86" y="208"/>
                  </a:lnTo>
                  <a:lnTo>
                    <a:pt x="86" y="208"/>
                  </a:lnTo>
                  <a:lnTo>
                    <a:pt x="86" y="208"/>
                  </a:lnTo>
                  <a:lnTo>
                    <a:pt x="82" y="222"/>
                  </a:lnTo>
                  <a:lnTo>
                    <a:pt x="78" y="233"/>
                  </a:lnTo>
                  <a:lnTo>
                    <a:pt x="70" y="243"/>
                  </a:lnTo>
                  <a:lnTo>
                    <a:pt x="62" y="253"/>
                  </a:lnTo>
                  <a:lnTo>
                    <a:pt x="52" y="261"/>
                  </a:lnTo>
                  <a:lnTo>
                    <a:pt x="42" y="267"/>
                  </a:lnTo>
                  <a:lnTo>
                    <a:pt x="28" y="273"/>
                  </a:lnTo>
                  <a:lnTo>
                    <a:pt x="14" y="279"/>
                  </a:lnTo>
                  <a:lnTo>
                    <a:pt x="2" y="206"/>
                  </a:lnTo>
                  <a:lnTo>
                    <a:pt x="2" y="206"/>
                  </a:lnTo>
                  <a:lnTo>
                    <a:pt x="0" y="184"/>
                  </a:lnTo>
                  <a:lnTo>
                    <a:pt x="2" y="164"/>
                  </a:lnTo>
                  <a:lnTo>
                    <a:pt x="6" y="142"/>
                  </a:lnTo>
                  <a:lnTo>
                    <a:pt x="16" y="122"/>
                  </a:lnTo>
                  <a:lnTo>
                    <a:pt x="88" y="0"/>
                  </a:lnTo>
                  <a:lnTo>
                    <a:pt x="164" y="172"/>
                  </a:lnTo>
                  <a:close/>
                </a:path>
              </a:pathLst>
            </a:custGeom>
            <a:solidFill>
              <a:srgbClr val="2246F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8" name="Google Shape;398;p53"/>
            <p:cNvSpPr/>
            <p:nvPr/>
          </p:nvSpPr>
          <p:spPr>
            <a:xfrm>
              <a:off x="5320747" y="2808165"/>
              <a:ext cx="557638" cy="948667"/>
            </a:xfrm>
            <a:custGeom>
              <a:rect b="b" l="l" r="r" t="t"/>
              <a:pathLst>
                <a:path extrusionOk="0" h="279" w="164">
                  <a:moveTo>
                    <a:pt x="164" y="172"/>
                  </a:moveTo>
                  <a:lnTo>
                    <a:pt x="86" y="208"/>
                  </a:lnTo>
                  <a:lnTo>
                    <a:pt x="86" y="208"/>
                  </a:lnTo>
                  <a:lnTo>
                    <a:pt x="86" y="208"/>
                  </a:lnTo>
                  <a:lnTo>
                    <a:pt x="82" y="222"/>
                  </a:lnTo>
                  <a:lnTo>
                    <a:pt x="78" y="233"/>
                  </a:lnTo>
                  <a:lnTo>
                    <a:pt x="70" y="243"/>
                  </a:lnTo>
                  <a:lnTo>
                    <a:pt x="62" y="253"/>
                  </a:lnTo>
                  <a:lnTo>
                    <a:pt x="52" y="261"/>
                  </a:lnTo>
                  <a:lnTo>
                    <a:pt x="42" y="267"/>
                  </a:lnTo>
                  <a:lnTo>
                    <a:pt x="28" y="273"/>
                  </a:lnTo>
                  <a:lnTo>
                    <a:pt x="14" y="279"/>
                  </a:lnTo>
                  <a:lnTo>
                    <a:pt x="2" y="206"/>
                  </a:lnTo>
                  <a:lnTo>
                    <a:pt x="2" y="206"/>
                  </a:lnTo>
                  <a:lnTo>
                    <a:pt x="0" y="184"/>
                  </a:lnTo>
                  <a:lnTo>
                    <a:pt x="2" y="164"/>
                  </a:lnTo>
                  <a:lnTo>
                    <a:pt x="6" y="142"/>
                  </a:lnTo>
                  <a:lnTo>
                    <a:pt x="16" y="122"/>
                  </a:lnTo>
                  <a:lnTo>
                    <a:pt x="88" y="0"/>
                  </a:lnTo>
                  <a:lnTo>
                    <a:pt x="164" y="172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9" name="Google Shape;399;p53"/>
            <p:cNvSpPr/>
            <p:nvPr/>
          </p:nvSpPr>
          <p:spPr>
            <a:xfrm>
              <a:off x="5320747" y="2835367"/>
              <a:ext cx="292420" cy="921465"/>
            </a:xfrm>
            <a:custGeom>
              <a:rect b="b" l="l" r="r" t="t"/>
              <a:pathLst>
                <a:path extrusionOk="0" h="271" w="86">
                  <a:moveTo>
                    <a:pt x="84" y="0"/>
                  </a:moveTo>
                  <a:lnTo>
                    <a:pt x="16" y="114"/>
                  </a:lnTo>
                  <a:lnTo>
                    <a:pt x="16" y="114"/>
                  </a:lnTo>
                  <a:lnTo>
                    <a:pt x="8" y="130"/>
                  </a:lnTo>
                  <a:lnTo>
                    <a:pt x="4" y="144"/>
                  </a:lnTo>
                  <a:lnTo>
                    <a:pt x="0" y="160"/>
                  </a:lnTo>
                  <a:lnTo>
                    <a:pt x="0" y="176"/>
                  </a:lnTo>
                  <a:lnTo>
                    <a:pt x="0" y="176"/>
                  </a:lnTo>
                  <a:lnTo>
                    <a:pt x="2" y="198"/>
                  </a:lnTo>
                  <a:lnTo>
                    <a:pt x="14" y="271"/>
                  </a:lnTo>
                  <a:lnTo>
                    <a:pt x="14" y="271"/>
                  </a:lnTo>
                  <a:lnTo>
                    <a:pt x="28" y="265"/>
                  </a:lnTo>
                  <a:lnTo>
                    <a:pt x="16" y="202"/>
                  </a:lnTo>
                  <a:lnTo>
                    <a:pt x="16" y="202"/>
                  </a:lnTo>
                  <a:lnTo>
                    <a:pt x="14" y="180"/>
                  </a:lnTo>
                  <a:lnTo>
                    <a:pt x="16" y="158"/>
                  </a:lnTo>
                  <a:lnTo>
                    <a:pt x="22" y="134"/>
                  </a:lnTo>
                  <a:lnTo>
                    <a:pt x="28" y="114"/>
                  </a:lnTo>
                  <a:lnTo>
                    <a:pt x="28" y="114"/>
                  </a:lnTo>
                  <a:lnTo>
                    <a:pt x="58" y="50"/>
                  </a:lnTo>
                  <a:lnTo>
                    <a:pt x="86" y="0"/>
                  </a:lnTo>
                  <a:lnTo>
                    <a:pt x="86" y="0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00126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" name="Google Shape;400;p53"/>
            <p:cNvSpPr/>
            <p:nvPr/>
          </p:nvSpPr>
          <p:spPr>
            <a:xfrm>
              <a:off x="6313616" y="2808165"/>
              <a:ext cx="557638" cy="948667"/>
            </a:xfrm>
            <a:custGeom>
              <a:rect b="b" l="l" r="r" t="t"/>
              <a:pathLst>
                <a:path extrusionOk="0" h="279" w="164">
                  <a:moveTo>
                    <a:pt x="0" y="172"/>
                  </a:moveTo>
                  <a:lnTo>
                    <a:pt x="78" y="208"/>
                  </a:lnTo>
                  <a:lnTo>
                    <a:pt x="78" y="208"/>
                  </a:lnTo>
                  <a:lnTo>
                    <a:pt x="78" y="208"/>
                  </a:lnTo>
                  <a:lnTo>
                    <a:pt x="82" y="222"/>
                  </a:lnTo>
                  <a:lnTo>
                    <a:pt x="86" y="233"/>
                  </a:lnTo>
                  <a:lnTo>
                    <a:pt x="94" y="243"/>
                  </a:lnTo>
                  <a:lnTo>
                    <a:pt x="102" y="253"/>
                  </a:lnTo>
                  <a:lnTo>
                    <a:pt x="112" y="261"/>
                  </a:lnTo>
                  <a:lnTo>
                    <a:pt x="122" y="267"/>
                  </a:lnTo>
                  <a:lnTo>
                    <a:pt x="136" y="273"/>
                  </a:lnTo>
                  <a:lnTo>
                    <a:pt x="150" y="279"/>
                  </a:lnTo>
                  <a:lnTo>
                    <a:pt x="162" y="206"/>
                  </a:lnTo>
                  <a:lnTo>
                    <a:pt x="162" y="206"/>
                  </a:lnTo>
                  <a:lnTo>
                    <a:pt x="164" y="184"/>
                  </a:lnTo>
                  <a:lnTo>
                    <a:pt x="162" y="164"/>
                  </a:lnTo>
                  <a:lnTo>
                    <a:pt x="158" y="142"/>
                  </a:lnTo>
                  <a:lnTo>
                    <a:pt x="148" y="122"/>
                  </a:lnTo>
                  <a:lnTo>
                    <a:pt x="76" y="0"/>
                  </a:lnTo>
                  <a:lnTo>
                    <a:pt x="0" y="172"/>
                  </a:lnTo>
                  <a:close/>
                </a:path>
              </a:pathLst>
            </a:custGeom>
            <a:solidFill>
              <a:srgbClr val="2246F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1" name="Google Shape;401;p53"/>
            <p:cNvSpPr/>
            <p:nvPr/>
          </p:nvSpPr>
          <p:spPr>
            <a:xfrm>
              <a:off x="6313616" y="2808165"/>
              <a:ext cx="557638" cy="948667"/>
            </a:xfrm>
            <a:custGeom>
              <a:rect b="b" l="l" r="r" t="t"/>
              <a:pathLst>
                <a:path extrusionOk="0" h="279" w="164">
                  <a:moveTo>
                    <a:pt x="0" y="172"/>
                  </a:moveTo>
                  <a:lnTo>
                    <a:pt x="78" y="208"/>
                  </a:lnTo>
                  <a:lnTo>
                    <a:pt x="78" y="208"/>
                  </a:lnTo>
                  <a:lnTo>
                    <a:pt x="78" y="208"/>
                  </a:lnTo>
                  <a:lnTo>
                    <a:pt x="82" y="222"/>
                  </a:lnTo>
                  <a:lnTo>
                    <a:pt x="86" y="233"/>
                  </a:lnTo>
                  <a:lnTo>
                    <a:pt x="94" y="243"/>
                  </a:lnTo>
                  <a:lnTo>
                    <a:pt x="102" y="253"/>
                  </a:lnTo>
                  <a:lnTo>
                    <a:pt x="112" y="261"/>
                  </a:lnTo>
                  <a:lnTo>
                    <a:pt x="122" y="267"/>
                  </a:lnTo>
                  <a:lnTo>
                    <a:pt x="136" y="273"/>
                  </a:lnTo>
                  <a:lnTo>
                    <a:pt x="150" y="279"/>
                  </a:lnTo>
                  <a:lnTo>
                    <a:pt x="162" y="206"/>
                  </a:lnTo>
                  <a:lnTo>
                    <a:pt x="162" y="206"/>
                  </a:lnTo>
                  <a:lnTo>
                    <a:pt x="164" y="184"/>
                  </a:lnTo>
                  <a:lnTo>
                    <a:pt x="162" y="164"/>
                  </a:lnTo>
                  <a:lnTo>
                    <a:pt x="158" y="142"/>
                  </a:lnTo>
                  <a:lnTo>
                    <a:pt x="148" y="122"/>
                  </a:lnTo>
                  <a:lnTo>
                    <a:pt x="76" y="0"/>
                  </a:lnTo>
                  <a:lnTo>
                    <a:pt x="0" y="172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" name="Google Shape;402;p53"/>
            <p:cNvSpPr/>
            <p:nvPr/>
          </p:nvSpPr>
          <p:spPr>
            <a:xfrm>
              <a:off x="6578834" y="2828567"/>
              <a:ext cx="292420" cy="928265"/>
            </a:xfrm>
            <a:custGeom>
              <a:rect b="b" l="l" r="r" t="t"/>
              <a:pathLst>
                <a:path extrusionOk="0" h="273" w="86">
                  <a:moveTo>
                    <a:pt x="2" y="0"/>
                  </a:moveTo>
                  <a:lnTo>
                    <a:pt x="2" y="0"/>
                  </a:lnTo>
                  <a:lnTo>
                    <a:pt x="0" y="2"/>
                  </a:lnTo>
                  <a:lnTo>
                    <a:pt x="0" y="2"/>
                  </a:lnTo>
                  <a:lnTo>
                    <a:pt x="28" y="52"/>
                  </a:lnTo>
                  <a:lnTo>
                    <a:pt x="58" y="116"/>
                  </a:lnTo>
                  <a:lnTo>
                    <a:pt x="58" y="116"/>
                  </a:lnTo>
                  <a:lnTo>
                    <a:pt x="64" y="136"/>
                  </a:lnTo>
                  <a:lnTo>
                    <a:pt x="70" y="160"/>
                  </a:lnTo>
                  <a:lnTo>
                    <a:pt x="72" y="182"/>
                  </a:lnTo>
                  <a:lnTo>
                    <a:pt x="70" y="204"/>
                  </a:lnTo>
                  <a:lnTo>
                    <a:pt x="58" y="267"/>
                  </a:lnTo>
                  <a:lnTo>
                    <a:pt x="58" y="267"/>
                  </a:lnTo>
                  <a:lnTo>
                    <a:pt x="72" y="273"/>
                  </a:lnTo>
                  <a:lnTo>
                    <a:pt x="84" y="200"/>
                  </a:lnTo>
                  <a:lnTo>
                    <a:pt x="84" y="200"/>
                  </a:lnTo>
                  <a:lnTo>
                    <a:pt x="86" y="178"/>
                  </a:lnTo>
                  <a:lnTo>
                    <a:pt x="86" y="178"/>
                  </a:lnTo>
                  <a:lnTo>
                    <a:pt x="86" y="162"/>
                  </a:lnTo>
                  <a:lnTo>
                    <a:pt x="82" y="146"/>
                  </a:lnTo>
                  <a:lnTo>
                    <a:pt x="78" y="132"/>
                  </a:lnTo>
                  <a:lnTo>
                    <a:pt x="70" y="116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00126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" name="Google Shape;403;p53"/>
            <p:cNvSpPr/>
            <p:nvPr/>
          </p:nvSpPr>
          <p:spPr>
            <a:xfrm>
              <a:off x="5443155" y="1233856"/>
              <a:ext cx="1305690" cy="2172751"/>
            </a:xfrm>
            <a:custGeom>
              <a:rect b="b" l="l" r="r" t="t"/>
              <a:pathLst>
                <a:path extrusionOk="0" h="639" w="384">
                  <a:moveTo>
                    <a:pt x="380" y="148"/>
                  </a:moveTo>
                  <a:lnTo>
                    <a:pt x="380" y="148"/>
                  </a:lnTo>
                  <a:lnTo>
                    <a:pt x="376" y="126"/>
                  </a:lnTo>
                  <a:lnTo>
                    <a:pt x="370" y="104"/>
                  </a:lnTo>
                  <a:lnTo>
                    <a:pt x="362" y="84"/>
                  </a:lnTo>
                  <a:lnTo>
                    <a:pt x="354" y="64"/>
                  </a:lnTo>
                  <a:lnTo>
                    <a:pt x="346" y="46"/>
                  </a:lnTo>
                  <a:lnTo>
                    <a:pt x="336" y="30"/>
                  </a:lnTo>
                  <a:lnTo>
                    <a:pt x="316" y="0"/>
                  </a:lnTo>
                  <a:lnTo>
                    <a:pt x="68" y="0"/>
                  </a:lnTo>
                  <a:lnTo>
                    <a:pt x="68" y="0"/>
                  </a:lnTo>
                  <a:lnTo>
                    <a:pt x="48" y="30"/>
                  </a:lnTo>
                  <a:lnTo>
                    <a:pt x="38" y="46"/>
                  </a:lnTo>
                  <a:lnTo>
                    <a:pt x="30" y="64"/>
                  </a:lnTo>
                  <a:lnTo>
                    <a:pt x="22" y="84"/>
                  </a:lnTo>
                  <a:lnTo>
                    <a:pt x="14" y="104"/>
                  </a:lnTo>
                  <a:lnTo>
                    <a:pt x="8" y="126"/>
                  </a:lnTo>
                  <a:lnTo>
                    <a:pt x="4" y="148"/>
                  </a:lnTo>
                  <a:lnTo>
                    <a:pt x="4" y="148"/>
                  </a:lnTo>
                  <a:lnTo>
                    <a:pt x="0" y="181"/>
                  </a:lnTo>
                  <a:lnTo>
                    <a:pt x="0" y="215"/>
                  </a:lnTo>
                  <a:lnTo>
                    <a:pt x="0" y="249"/>
                  </a:lnTo>
                  <a:lnTo>
                    <a:pt x="4" y="283"/>
                  </a:lnTo>
                  <a:lnTo>
                    <a:pt x="8" y="319"/>
                  </a:lnTo>
                  <a:lnTo>
                    <a:pt x="16" y="353"/>
                  </a:lnTo>
                  <a:lnTo>
                    <a:pt x="24" y="387"/>
                  </a:lnTo>
                  <a:lnTo>
                    <a:pt x="32" y="421"/>
                  </a:lnTo>
                  <a:lnTo>
                    <a:pt x="54" y="485"/>
                  </a:lnTo>
                  <a:lnTo>
                    <a:pt x="78" y="543"/>
                  </a:lnTo>
                  <a:lnTo>
                    <a:pt x="100" y="595"/>
                  </a:lnTo>
                  <a:lnTo>
                    <a:pt x="120" y="639"/>
                  </a:lnTo>
                  <a:lnTo>
                    <a:pt x="264" y="639"/>
                  </a:lnTo>
                  <a:lnTo>
                    <a:pt x="264" y="639"/>
                  </a:lnTo>
                  <a:lnTo>
                    <a:pt x="284" y="595"/>
                  </a:lnTo>
                  <a:lnTo>
                    <a:pt x="306" y="543"/>
                  </a:lnTo>
                  <a:lnTo>
                    <a:pt x="330" y="485"/>
                  </a:lnTo>
                  <a:lnTo>
                    <a:pt x="352" y="421"/>
                  </a:lnTo>
                  <a:lnTo>
                    <a:pt x="360" y="387"/>
                  </a:lnTo>
                  <a:lnTo>
                    <a:pt x="368" y="353"/>
                  </a:lnTo>
                  <a:lnTo>
                    <a:pt x="376" y="319"/>
                  </a:lnTo>
                  <a:lnTo>
                    <a:pt x="380" y="283"/>
                  </a:lnTo>
                  <a:lnTo>
                    <a:pt x="384" y="249"/>
                  </a:lnTo>
                  <a:lnTo>
                    <a:pt x="384" y="215"/>
                  </a:lnTo>
                  <a:lnTo>
                    <a:pt x="384" y="181"/>
                  </a:lnTo>
                  <a:lnTo>
                    <a:pt x="380" y="148"/>
                  </a:lnTo>
                  <a:close/>
                </a:path>
              </a:pathLst>
            </a:custGeom>
            <a:gradFill>
              <a:gsLst>
                <a:gs pos="0">
                  <a:srgbClr val="D8D8D8"/>
                </a:gs>
                <a:gs pos="100000">
                  <a:srgbClr val="A5A5A5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" name="Google Shape;404;p53"/>
            <p:cNvSpPr/>
            <p:nvPr/>
          </p:nvSpPr>
          <p:spPr>
            <a:xfrm>
              <a:off x="5443155" y="1233856"/>
              <a:ext cx="1305690" cy="2172751"/>
            </a:xfrm>
            <a:custGeom>
              <a:rect b="b" l="l" r="r" t="t"/>
              <a:pathLst>
                <a:path extrusionOk="0" h="639" w="384">
                  <a:moveTo>
                    <a:pt x="380" y="148"/>
                  </a:moveTo>
                  <a:lnTo>
                    <a:pt x="380" y="148"/>
                  </a:lnTo>
                  <a:lnTo>
                    <a:pt x="376" y="126"/>
                  </a:lnTo>
                  <a:lnTo>
                    <a:pt x="370" y="104"/>
                  </a:lnTo>
                  <a:lnTo>
                    <a:pt x="362" y="84"/>
                  </a:lnTo>
                  <a:lnTo>
                    <a:pt x="354" y="64"/>
                  </a:lnTo>
                  <a:lnTo>
                    <a:pt x="346" y="46"/>
                  </a:lnTo>
                  <a:lnTo>
                    <a:pt x="336" y="30"/>
                  </a:lnTo>
                  <a:lnTo>
                    <a:pt x="316" y="0"/>
                  </a:lnTo>
                  <a:lnTo>
                    <a:pt x="68" y="0"/>
                  </a:lnTo>
                  <a:lnTo>
                    <a:pt x="68" y="0"/>
                  </a:lnTo>
                  <a:lnTo>
                    <a:pt x="48" y="30"/>
                  </a:lnTo>
                  <a:lnTo>
                    <a:pt x="38" y="46"/>
                  </a:lnTo>
                  <a:lnTo>
                    <a:pt x="30" y="64"/>
                  </a:lnTo>
                  <a:lnTo>
                    <a:pt x="22" y="84"/>
                  </a:lnTo>
                  <a:lnTo>
                    <a:pt x="14" y="104"/>
                  </a:lnTo>
                  <a:lnTo>
                    <a:pt x="8" y="126"/>
                  </a:lnTo>
                  <a:lnTo>
                    <a:pt x="4" y="148"/>
                  </a:lnTo>
                  <a:lnTo>
                    <a:pt x="4" y="148"/>
                  </a:lnTo>
                  <a:lnTo>
                    <a:pt x="0" y="181"/>
                  </a:lnTo>
                  <a:lnTo>
                    <a:pt x="0" y="215"/>
                  </a:lnTo>
                  <a:lnTo>
                    <a:pt x="0" y="249"/>
                  </a:lnTo>
                  <a:lnTo>
                    <a:pt x="4" y="283"/>
                  </a:lnTo>
                  <a:lnTo>
                    <a:pt x="8" y="319"/>
                  </a:lnTo>
                  <a:lnTo>
                    <a:pt x="16" y="353"/>
                  </a:lnTo>
                  <a:lnTo>
                    <a:pt x="24" y="387"/>
                  </a:lnTo>
                  <a:lnTo>
                    <a:pt x="32" y="421"/>
                  </a:lnTo>
                  <a:lnTo>
                    <a:pt x="54" y="485"/>
                  </a:lnTo>
                  <a:lnTo>
                    <a:pt x="78" y="543"/>
                  </a:lnTo>
                  <a:lnTo>
                    <a:pt x="100" y="595"/>
                  </a:lnTo>
                  <a:lnTo>
                    <a:pt x="120" y="639"/>
                  </a:lnTo>
                  <a:lnTo>
                    <a:pt x="264" y="639"/>
                  </a:lnTo>
                  <a:lnTo>
                    <a:pt x="264" y="639"/>
                  </a:lnTo>
                  <a:lnTo>
                    <a:pt x="284" y="595"/>
                  </a:lnTo>
                  <a:lnTo>
                    <a:pt x="306" y="543"/>
                  </a:lnTo>
                  <a:lnTo>
                    <a:pt x="330" y="485"/>
                  </a:lnTo>
                  <a:lnTo>
                    <a:pt x="352" y="421"/>
                  </a:lnTo>
                  <a:lnTo>
                    <a:pt x="360" y="387"/>
                  </a:lnTo>
                  <a:lnTo>
                    <a:pt x="368" y="353"/>
                  </a:lnTo>
                  <a:lnTo>
                    <a:pt x="376" y="319"/>
                  </a:lnTo>
                  <a:lnTo>
                    <a:pt x="380" y="283"/>
                  </a:lnTo>
                  <a:lnTo>
                    <a:pt x="384" y="249"/>
                  </a:lnTo>
                  <a:lnTo>
                    <a:pt x="384" y="215"/>
                  </a:lnTo>
                  <a:lnTo>
                    <a:pt x="384" y="181"/>
                  </a:lnTo>
                  <a:lnTo>
                    <a:pt x="380" y="148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" name="Google Shape;405;p53"/>
            <p:cNvSpPr/>
            <p:nvPr/>
          </p:nvSpPr>
          <p:spPr>
            <a:xfrm>
              <a:off x="5851184" y="3406607"/>
              <a:ext cx="489634" cy="193814"/>
            </a:xfrm>
            <a:custGeom>
              <a:rect b="b" l="l" r="r" t="t"/>
              <a:pathLst>
                <a:path extrusionOk="0" h="57" w="144">
                  <a:moveTo>
                    <a:pt x="26" y="48"/>
                  </a:moveTo>
                  <a:lnTo>
                    <a:pt x="26" y="48"/>
                  </a:lnTo>
                  <a:lnTo>
                    <a:pt x="30" y="51"/>
                  </a:lnTo>
                  <a:lnTo>
                    <a:pt x="34" y="55"/>
                  </a:lnTo>
                  <a:lnTo>
                    <a:pt x="40" y="57"/>
                  </a:lnTo>
                  <a:lnTo>
                    <a:pt x="46" y="57"/>
                  </a:lnTo>
                  <a:lnTo>
                    <a:pt x="98" y="57"/>
                  </a:lnTo>
                  <a:lnTo>
                    <a:pt x="98" y="57"/>
                  </a:lnTo>
                  <a:lnTo>
                    <a:pt x="104" y="57"/>
                  </a:lnTo>
                  <a:lnTo>
                    <a:pt x="110" y="55"/>
                  </a:lnTo>
                  <a:lnTo>
                    <a:pt x="114" y="51"/>
                  </a:lnTo>
                  <a:lnTo>
                    <a:pt x="118" y="48"/>
                  </a:lnTo>
                  <a:lnTo>
                    <a:pt x="118" y="48"/>
                  </a:lnTo>
                  <a:lnTo>
                    <a:pt x="144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" y="4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" name="Google Shape;406;p53"/>
            <p:cNvSpPr/>
            <p:nvPr/>
          </p:nvSpPr>
          <p:spPr>
            <a:xfrm>
              <a:off x="5851184" y="3406607"/>
              <a:ext cx="489634" cy="193814"/>
            </a:xfrm>
            <a:custGeom>
              <a:rect b="b" l="l" r="r" t="t"/>
              <a:pathLst>
                <a:path extrusionOk="0" h="57" w="144">
                  <a:moveTo>
                    <a:pt x="26" y="48"/>
                  </a:moveTo>
                  <a:lnTo>
                    <a:pt x="26" y="48"/>
                  </a:lnTo>
                  <a:lnTo>
                    <a:pt x="30" y="51"/>
                  </a:lnTo>
                  <a:lnTo>
                    <a:pt x="34" y="55"/>
                  </a:lnTo>
                  <a:lnTo>
                    <a:pt x="40" y="57"/>
                  </a:lnTo>
                  <a:lnTo>
                    <a:pt x="46" y="57"/>
                  </a:lnTo>
                  <a:lnTo>
                    <a:pt x="98" y="57"/>
                  </a:lnTo>
                  <a:lnTo>
                    <a:pt x="98" y="57"/>
                  </a:lnTo>
                  <a:lnTo>
                    <a:pt x="104" y="57"/>
                  </a:lnTo>
                  <a:lnTo>
                    <a:pt x="110" y="55"/>
                  </a:lnTo>
                  <a:lnTo>
                    <a:pt x="114" y="51"/>
                  </a:lnTo>
                  <a:lnTo>
                    <a:pt x="118" y="48"/>
                  </a:lnTo>
                  <a:lnTo>
                    <a:pt x="118" y="48"/>
                  </a:lnTo>
                  <a:lnTo>
                    <a:pt x="144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" y="48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" name="Google Shape;407;p53"/>
            <p:cNvSpPr/>
            <p:nvPr/>
          </p:nvSpPr>
          <p:spPr>
            <a:xfrm>
              <a:off x="5674371" y="921034"/>
              <a:ext cx="843258" cy="312822"/>
            </a:xfrm>
            <a:custGeom>
              <a:rect b="b" l="l" r="r" t="t"/>
              <a:pathLst>
                <a:path extrusionOk="0" h="92" w="248">
                  <a:moveTo>
                    <a:pt x="124" y="0"/>
                  </a:moveTo>
                  <a:lnTo>
                    <a:pt x="124" y="0"/>
                  </a:lnTo>
                  <a:lnTo>
                    <a:pt x="112" y="4"/>
                  </a:lnTo>
                  <a:lnTo>
                    <a:pt x="82" y="20"/>
                  </a:lnTo>
                  <a:lnTo>
                    <a:pt x="64" y="34"/>
                  </a:lnTo>
                  <a:lnTo>
                    <a:pt x="42" y="50"/>
                  </a:lnTo>
                  <a:lnTo>
                    <a:pt x="22" y="70"/>
                  </a:lnTo>
                  <a:lnTo>
                    <a:pt x="0" y="92"/>
                  </a:lnTo>
                  <a:lnTo>
                    <a:pt x="248" y="92"/>
                  </a:lnTo>
                  <a:lnTo>
                    <a:pt x="248" y="92"/>
                  </a:lnTo>
                  <a:lnTo>
                    <a:pt x="226" y="70"/>
                  </a:lnTo>
                  <a:lnTo>
                    <a:pt x="206" y="50"/>
                  </a:lnTo>
                  <a:lnTo>
                    <a:pt x="184" y="34"/>
                  </a:lnTo>
                  <a:lnTo>
                    <a:pt x="166" y="20"/>
                  </a:lnTo>
                  <a:lnTo>
                    <a:pt x="136" y="4"/>
                  </a:lnTo>
                  <a:lnTo>
                    <a:pt x="1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" name="Google Shape;408;p53"/>
            <p:cNvSpPr/>
            <p:nvPr/>
          </p:nvSpPr>
          <p:spPr>
            <a:xfrm>
              <a:off x="5674371" y="921034"/>
              <a:ext cx="843258" cy="312822"/>
            </a:xfrm>
            <a:custGeom>
              <a:rect b="b" l="l" r="r" t="t"/>
              <a:pathLst>
                <a:path extrusionOk="0" h="92" w="248">
                  <a:moveTo>
                    <a:pt x="124" y="0"/>
                  </a:moveTo>
                  <a:lnTo>
                    <a:pt x="124" y="0"/>
                  </a:lnTo>
                  <a:lnTo>
                    <a:pt x="112" y="4"/>
                  </a:lnTo>
                  <a:lnTo>
                    <a:pt x="82" y="20"/>
                  </a:lnTo>
                  <a:lnTo>
                    <a:pt x="64" y="34"/>
                  </a:lnTo>
                  <a:lnTo>
                    <a:pt x="42" y="50"/>
                  </a:lnTo>
                  <a:lnTo>
                    <a:pt x="22" y="70"/>
                  </a:lnTo>
                  <a:lnTo>
                    <a:pt x="0" y="92"/>
                  </a:lnTo>
                  <a:lnTo>
                    <a:pt x="248" y="92"/>
                  </a:lnTo>
                  <a:lnTo>
                    <a:pt x="248" y="92"/>
                  </a:lnTo>
                  <a:lnTo>
                    <a:pt x="226" y="70"/>
                  </a:lnTo>
                  <a:lnTo>
                    <a:pt x="206" y="50"/>
                  </a:lnTo>
                  <a:lnTo>
                    <a:pt x="184" y="34"/>
                  </a:lnTo>
                  <a:lnTo>
                    <a:pt x="166" y="20"/>
                  </a:lnTo>
                  <a:lnTo>
                    <a:pt x="136" y="4"/>
                  </a:lnTo>
                  <a:lnTo>
                    <a:pt x="124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" name="Google Shape;409;p53"/>
            <p:cNvSpPr/>
            <p:nvPr/>
          </p:nvSpPr>
          <p:spPr>
            <a:xfrm>
              <a:off x="5443155" y="1233856"/>
              <a:ext cx="482833" cy="2172751"/>
            </a:xfrm>
            <a:custGeom>
              <a:rect b="b" l="l" r="r" t="t"/>
              <a:pathLst>
                <a:path extrusionOk="0" h="639" w="142">
                  <a:moveTo>
                    <a:pt x="114" y="0"/>
                  </a:moveTo>
                  <a:lnTo>
                    <a:pt x="68" y="0"/>
                  </a:lnTo>
                  <a:lnTo>
                    <a:pt x="68" y="0"/>
                  </a:lnTo>
                  <a:lnTo>
                    <a:pt x="48" y="30"/>
                  </a:lnTo>
                  <a:lnTo>
                    <a:pt x="38" y="46"/>
                  </a:lnTo>
                  <a:lnTo>
                    <a:pt x="30" y="64"/>
                  </a:lnTo>
                  <a:lnTo>
                    <a:pt x="22" y="84"/>
                  </a:lnTo>
                  <a:lnTo>
                    <a:pt x="14" y="104"/>
                  </a:lnTo>
                  <a:lnTo>
                    <a:pt x="8" y="126"/>
                  </a:lnTo>
                  <a:lnTo>
                    <a:pt x="4" y="148"/>
                  </a:lnTo>
                  <a:lnTo>
                    <a:pt x="4" y="148"/>
                  </a:lnTo>
                  <a:lnTo>
                    <a:pt x="0" y="181"/>
                  </a:lnTo>
                  <a:lnTo>
                    <a:pt x="0" y="215"/>
                  </a:lnTo>
                  <a:lnTo>
                    <a:pt x="0" y="215"/>
                  </a:lnTo>
                  <a:lnTo>
                    <a:pt x="0" y="245"/>
                  </a:lnTo>
                  <a:lnTo>
                    <a:pt x="2" y="275"/>
                  </a:lnTo>
                  <a:lnTo>
                    <a:pt x="6" y="305"/>
                  </a:lnTo>
                  <a:lnTo>
                    <a:pt x="12" y="335"/>
                  </a:lnTo>
                  <a:lnTo>
                    <a:pt x="26" y="395"/>
                  </a:lnTo>
                  <a:lnTo>
                    <a:pt x="44" y="453"/>
                  </a:lnTo>
                  <a:lnTo>
                    <a:pt x="62" y="507"/>
                  </a:lnTo>
                  <a:lnTo>
                    <a:pt x="82" y="557"/>
                  </a:lnTo>
                  <a:lnTo>
                    <a:pt x="102" y="601"/>
                  </a:lnTo>
                  <a:lnTo>
                    <a:pt x="120" y="639"/>
                  </a:lnTo>
                  <a:lnTo>
                    <a:pt x="120" y="639"/>
                  </a:lnTo>
                  <a:lnTo>
                    <a:pt x="142" y="639"/>
                  </a:lnTo>
                  <a:lnTo>
                    <a:pt x="142" y="639"/>
                  </a:lnTo>
                  <a:lnTo>
                    <a:pt x="120" y="577"/>
                  </a:lnTo>
                  <a:lnTo>
                    <a:pt x="100" y="519"/>
                  </a:lnTo>
                  <a:lnTo>
                    <a:pt x="84" y="465"/>
                  </a:lnTo>
                  <a:lnTo>
                    <a:pt x="70" y="413"/>
                  </a:lnTo>
                  <a:lnTo>
                    <a:pt x="60" y="367"/>
                  </a:lnTo>
                  <a:lnTo>
                    <a:pt x="52" y="323"/>
                  </a:lnTo>
                  <a:lnTo>
                    <a:pt x="46" y="281"/>
                  </a:lnTo>
                  <a:lnTo>
                    <a:pt x="44" y="243"/>
                  </a:lnTo>
                  <a:lnTo>
                    <a:pt x="44" y="205"/>
                  </a:lnTo>
                  <a:lnTo>
                    <a:pt x="48" y="171"/>
                  </a:lnTo>
                  <a:lnTo>
                    <a:pt x="52" y="140"/>
                  </a:lnTo>
                  <a:lnTo>
                    <a:pt x="60" y="110"/>
                  </a:lnTo>
                  <a:lnTo>
                    <a:pt x="70" y="82"/>
                  </a:lnTo>
                  <a:lnTo>
                    <a:pt x="82" y="54"/>
                  </a:lnTo>
                  <a:lnTo>
                    <a:pt x="96" y="26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" name="Google Shape;410;p53"/>
            <p:cNvSpPr/>
            <p:nvPr/>
          </p:nvSpPr>
          <p:spPr>
            <a:xfrm>
              <a:off x="5443155" y="1233856"/>
              <a:ext cx="482833" cy="2172751"/>
            </a:xfrm>
            <a:custGeom>
              <a:rect b="b" l="l" r="r" t="t"/>
              <a:pathLst>
                <a:path extrusionOk="0" h="639" w="142">
                  <a:moveTo>
                    <a:pt x="114" y="0"/>
                  </a:moveTo>
                  <a:lnTo>
                    <a:pt x="68" y="0"/>
                  </a:lnTo>
                  <a:lnTo>
                    <a:pt x="68" y="0"/>
                  </a:lnTo>
                  <a:lnTo>
                    <a:pt x="48" y="30"/>
                  </a:lnTo>
                  <a:lnTo>
                    <a:pt x="38" y="46"/>
                  </a:lnTo>
                  <a:lnTo>
                    <a:pt x="30" y="64"/>
                  </a:lnTo>
                  <a:lnTo>
                    <a:pt x="22" y="84"/>
                  </a:lnTo>
                  <a:lnTo>
                    <a:pt x="14" y="104"/>
                  </a:lnTo>
                  <a:lnTo>
                    <a:pt x="8" y="126"/>
                  </a:lnTo>
                  <a:lnTo>
                    <a:pt x="4" y="148"/>
                  </a:lnTo>
                  <a:lnTo>
                    <a:pt x="4" y="148"/>
                  </a:lnTo>
                  <a:lnTo>
                    <a:pt x="0" y="181"/>
                  </a:lnTo>
                  <a:lnTo>
                    <a:pt x="0" y="215"/>
                  </a:lnTo>
                  <a:lnTo>
                    <a:pt x="0" y="215"/>
                  </a:lnTo>
                  <a:lnTo>
                    <a:pt x="0" y="245"/>
                  </a:lnTo>
                  <a:lnTo>
                    <a:pt x="2" y="275"/>
                  </a:lnTo>
                  <a:lnTo>
                    <a:pt x="6" y="305"/>
                  </a:lnTo>
                  <a:lnTo>
                    <a:pt x="12" y="335"/>
                  </a:lnTo>
                  <a:lnTo>
                    <a:pt x="26" y="395"/>
                  </a:lnTo>
                  <a:lnTo>
                    <a:pt x="44" y="453"/>
                  </a:lnTo>
                  <a:lnTo>
                    <a:pt x="62" y="507"/>
                  </a:lnTo>
                  <a:lnTo>
                    <a:pt x="82" y="557"/>
                  </a:lnTo>
                  <a:lnTo>
                    <a:pt x="102" y="601"/>
                  </a:lnTo>
                  <a:lnTo>
                    <a:pt x="120" y="639"/>
                  </a:lnTo>
                  <a:lnTo>
                    <a:pt x="120" y="639"/>
                  </a:lnTo>
                  <a:lnTo>
                    <a:pt x="142" y="639"/>
                  </a:lnTo>
                  <a:lnTo>
                    <a:pt x="142" y="639"/>
                  </a:lnTo>
                  <a:lnTo>
                    <a:pt x="120" y="577"/>
                  </a:lnTo>
                  <a:lnTo>
                    <a:pt x="100" y="519"/>
                  </a:lnTo>
                  <a:lnTo>
                    <a:pt x="84" y="465"/>
                  </a:lnTo>
                  <a:lnTo>
                    <a:pt x="70" y="413"/>
                  </a:lnTo>
                  <a:lnTo>
                    <a:pt x="60" y="367"/>
                  </a:lnTo>
                  <a:lnTo>
                    <a:pt x="52" y="323"/>
                  </a:lnTo>
                  <a:lnTo>
                    <a:pt x="46" y="281"/>
                  </a:lnTo>
                  <a:lnTo>
                    <a:pt x="44" y="243"/>
                  </a:lnTo>
                  <a:lnTo>
                    <a:pt x="44" y="205"/>
                  </a:lnTo>
                  <a:lnTo>
                    <a:pt x="48" y="171"/>
                  </a:lnTo>
                  <a:lnTo>
                    <a:pt x="52" y="140"/>
                  </a:lnTo>
                  <a:lnTo>
                    <a:pt x="60" y="110"/>
                  </a:lnTo>
                  <a:lnTo>
                    <a:pt x="70" y="82"/>
                  </a:lnTo>
                  <a:lnTo>
                    <a:pt x="82" y="54"/>
                  </a:lnTo>
                  <a:lnTo>
                    <a:pt x="96" y="26"/>
                  </a:lnTo>
                  <a:lnTo>
                    <a:pt x="114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" name="Google Shape;411;p53"/>
            <p:cNvSpPr/>
            <p:nvPr/>
          </p:nvSpPr>
          <p:spPr>
            <a:xfrm>
              <a:off x="5851184" y="3406607"/>
              <a:ext cx="156411" cy="193814"/>
            </a:xfrm>
            <a:custGeom>
              <a:rect b="b" l="l" r="r" t="t"/>
              <a:pathLst>
                <a:path extrusionOk="0" h="57" w="46">
                  <a:moveTo>
                    <a:pt x="22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26" y="48"/>
                  </a:lnTo>
                  <a:lnTo>
                    <a:pt x="26" y="48"/>
                  </a:lnTo>
                  <a:lnTo>
                    <a:pt x="30" y="51"/>
                  </a:lnTo>
                  <a:lnTo>
                    <a:pt x="34" y="55"/>
                  </a:lnTo>
                  <a:lnTo>
                    <a:pt x="40" y="57"/>
                  </a:lnTo>
                  <a:lnTo>
                    <a:pt x="46" y="57"/>
                  </a:lnTo>
                  <a:lnTo>
                    <a:pt x="46" y="57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rgbClr val="2246F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" name="Google Shape;412;p53"/>
            <p:cNvSpPr/>
            <p:nvPr/>
          </p:nvSpPr>
          <p:spPr>
            <a:xfrm>
              <a:off x="5674371" y="921034"/>
              <a:ext cx="421629" cy="312822"/>
            </a:xfrm>
            <a:custGeom>
              <a:rect b="b" l="l" r="r" t="t"/>
              <a:pathLst>
                <a:path extrusionOk="0" h="92" w="124">
                  <a:moveTo>
                    <a:pt x="124" y="0"/>
                  </a:moveTo>
                  <a:lnTo>
                    <a:pt x="124" y="0"/>
                  </a:lnTo>
                  <a:lnTo>
                    <a:pt x="112" y="4"/>
                  </a:lnTo>
                  <a:lnTo>
                    <a:pt x="82" y="20"/>
                  </a:lnTo>
                  <a:lnTo>
                    <a:pt x="64" y="34"/>
                  </a:lnTo>
                  <a:lnTo>
                    <a:pt x="42" y="50"/>
                  </a:lnTo>
                  <a:lnTo>
                    <a:pt x="22" y="70"/>
                  </a:lnTo>
                  <a:lnTo>
                    <a:pt x="0" y="92"/>
                  </a:lnTo>
                  <a:lnTo>
                    <a:pt x="46" y="92"/>
                  </a:lnTo>
                  <a:lnTo>
                    <a:pt x="46" y="92"/>
                  </a:lnTo>
                  <a:lnTo>
                    <a:pt x="62" y="70"/>
                  </a:lnTo>
                  <a:lnTo>
                    <a:pt x="82" y="46"/>
                  </a:lnTo>
                  <a:lnTo>
                    <a:pt x="124" y="0"/>
                  </a:lnTo>
                  <a:close/>
                </a:path>
              </a:pathLst>
            </a:custGeom>
            <a:solidFill>
              <a:srgbClr val="2246F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3" name="Google Shape;413;p53"/>
            <p:cNvSpPr/>
            <p:nvPr/>
          </p:nvSpPr>
          <p:spPr>
            <a:xfrm>
              <a:off x="5674371" y="921034"/>
              <a:ext cx="421629" cy="312822"/>
            </a:xfrm>
            <a:custGeom>
              <a:rect b="b" l="l" r="r" t="t"/>
              <a:pathLst>
                <a:path extrusionOk="0" h="92" w="124">
                  <a:moveTo>
                    <a:pt x="124" y="0"/>
                  </a:moveTo>
                  <a:lnTo>
                    <a:pt x="124" y="0"/>
                  </a:lnTo>
                  <a:lnTo>
                    <a:pt x="112" y="4"/>
                  </a:lnTo>
                  <a:lnTo>
                    <a:pt x="82" y="20"/>
                  </a:lnTo>
                  <a:lnTo>
                    <a:pt x="64" y="34"/>
                  </a:lnTo>
                  <a:lnTo>
                    <a:pt x="42" y="50"/>
                  </a:lnTo>
                  <a:lnTo>
                    <a:pt x="22" y="70"/>
                  </a:lnTo>
                  <a:lnTo>
                    <a:pt x="0" y="92"/>
                  </a:lnTo>
                  <a:lnTo>
                    <a:pt x="46" y="92"/>
                  </a:lnTo>
                  <a:lnTo>
                    <a:pt x="46" y="92"/>
                  </a:lnTo>
                  <a:lnTo>
                    <a:pt x="62" y="70"/>
                  </a:lnTo>
                  <a:lnTo>
                    <a:pt x="82" y="46"/>
                  </a:lnTo>
                  <a:lnTo>
                    <a:pt x="124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4" name="Google Shape;414;p53"/>
            <p:cNvSpPr/>
            <p:nvPr/>
          </p:nvSpPr>
          <p:spPr>
            <a:xfrm>
              <a:off x="5851184" y="3393006"/>
              <a:ext cx="489634" cy="20401"/>
            </a:xfrm>
            <a:prstGeom prst="ellipse">
              <a:avLst/>
            </a:prstGeom>
            <a:solidFill>
              <a:srgbClr val="2246F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5" name="Google Shape;415;p53"/>
            <p:cNvSpPr/>
            <p:nvPr/>
          </p:nvSpPr>
          <p:spPr>
            <a:xfrm>
              <a:off x="5674371" y="1227055"/>
              <a:ext cx="843258" cy="20401"/>
            </a:xfrm>
            <a:prstGeom prst="ellipse">
              <a:avLst/>
            </a:prstGeom>
            <a:solidFill>
              <a:srgbClr val="2246F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" name="Google Shape;416;p53"/>
            <p:cNvSpPr/>
            <p:nvPr/>
          </p:nvSpPr>
          <p:spPr>
            <a:xfrm>
              <a:off x="5694773" y="1383466"/>
              <a:ext cx="802455" cy="805857"/>
            </a:xfrm>
            <a:prstGeom prst="ellipse">
              <a:avLst/>
            </a:prstGeom>
            <a:solidFill>
              <a:srgbClr val="374CA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7" name="Google Shape;417;p53"/>
            <p:cNvSpPr/>
            <p:nvPr/>
          </p:nvSpPr>
          <p:spPr>
            <a:xfrm>
              <a:off x="5694773" y="1383466"/>
              <a:ext cx="802455" cy="805857"/>
            </a:xfrm>
            <a:custGeom>
              <a:rect b="b" l="l" r="r" t="t"/>
              <a:pathLst>
                <a:path extrusionOk="0" h="237" w="236">
                  <a:moveTo>
                    <a:pt x="0" y="118"/>
                  </a:moveTo>
                  <a:lnTo>
                    <a:pt x="0" y="118"/>
                  </a:lnTo>
                  <a:lnTo>
                    <a:pt x="0" y="106"/>
                  </a:lnTo>
                  <a:lnTo>
                    <a:pt x="2" y="94"/>
                  </a:lnTo>
                  <a:lnTo>
                    <a:pt x="8" y="72"/>
                  </a:lnTo>
                  <a:lnTo>
                    <a:pt x="20" y="52"/>
                  </a:lnTo>
                  <a:lnTo>
                    <a:pt x="34" y="34"/>
                  </a:lnTo>
                  <a:lnTo>
                    <a:pt x="52" y="20"/>
                  </a:lnTo>
                  <a:lnTo>
                    <a:pt x="72" y="10"/>
                  </a:lnTo>
                  <a:lnTo>
                    <a:pt x="94" y="2"/>
                  </a:lnTo>
                  <a:lnTo>
                    <a:pt x="106" y="0"/>
                  </a:lnTo>
                  <a:lnTo>
                    <a:pt x="118" y="0"/>
                  </a:lnTo>
                  <a:lnTo>
                    <a:pt x="118" y="0"/>
                  </a:lnTo>
                  <a:lnTo>
                    <a:pt x="130" y="0"/>
                  </a:lnTo>
                  <a:lnTo>
                    <a:pt x="142" y="2"/>
                  </a:lnTo>
                  <a:lnTo>
                    <a:pt x="164" y="10"/>
                  </a:lnTo>
                  <a:lnTo>
                    <a:pt x="184" y="20"/>
                  </a:lnTo>
                  <a:lnTo>
                    <a:pt x="202" y="34"/>
                  </a:lnTo>
                  <a:lnTo>
                    <a:pt x="216" y="52"/>
                  </a:lnTo>
                  <a:lnTo>
                    <a:pt x="228" y="72"/>
                  </a:lnTo>
                  <a:lnTo>
                    <a:pt x="234" y="94"/>
                  </a:lnTo>
                  <a:lnTo>
                    <a:pt x="236" y="106"/>
                  </a:lnTo>
                  <a:lnTo>
                    <a:pt x="236" y="118"/>
                  </a:lnTo>
                  <a:lnTo>
                    <a:pt x="236" y="118"/>
                  </a:lnTo>
                  <a:lnTo>
                    <a:pt x="236" y="129"/>
                  </a:lnTo>
                  <a:lnTo>
                    <a:pt x="234" y="141"/>
                  </a:lnTo>
                  <a:lnTo>
                    <a:pt x="228" y="163"/>
                  </a:lnTo>
                  <a:lnTo>
                    <a:pt x="216" y="185"/>
                  </a:lnTo>
                  <a:lnTo>
                    <a:pt x="202" y="201"/>
                  </a:lnTo>
                  <a:lnTo>
                    <a:pt x="184" y="217"/>
                  </a:lnTo>
                  <a:lnTo>
                    <a:pt x="164" y="227"/>
                  </a:lnTo>
                  <a:lnTo>
                    <a:pt x="142" y="235"/>
                  </a:lnTo>
                  <a:lnTo>
                    <a:pt x="130" y="235"/>
                  </a:lnTo>
                  <a:lnTo>
                    <a:pt x="118" y="237"/>
                  </a:lnTo>
                  <a:lnTo>
                    <a:pt x="118" y="237"/>
                  </a:lnTo>
                  <a:lnTo>
                    <a:pt x="106" y="235"/>
                  </a:lnTo>
                  <a:lnTo>
                    <a:pt x="94" y="235"/>
                  </a:lnTo>
                  <a:lnTo>
                    <a:pt x="72" y="227"/>
                  </a:lnTo>
                  <a:lnTo>
                    <a:pt x="52" y="217"/>
                  </a:lnTo>
                  <a:lnTo>
                    <a:pt x="34" y="201"/>
                  </a:lnTo>
                  <a:lnTo>
                    <a:pt x="20" y="185"/>
                  </a:lnTo>
                  <a:lnTo>
                    <a:pt x="8" y="163"/>
                  </a:lnTo>
                  <a:lnTo>
                    <a:pt x="2" y="141"/>
                  </a:lnTo>
                  <a:lnTo>
                    <a:pt x="0" y="129"/>
                  </a:lnTo>
                  <a:lnTo>
                    <a:pt x="0" y="118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8" name="Google Shape;418;p53"/>
            <p:cNvSpPr/>
            <p:nvPr/>
          </p:nvSpPr>
          <p:spPr>
            <a:xfrm>
              <a:off x="5694773" y="1369865"/>
              <a:ext cx="802455" cy="792256"/>
            </a:xfrm>
            <a:prstGeom prst="ellipse">
              <a:avLst/>
            </a:prstGeom>
            <a:solidFill>
              <a:srgbClr val="D8D8D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9" name="Google Shape;419;p53"/>
            <p:cNvSpPr/>
            <p:nvPr/>
          </p:nvSpPr>
          <p:spPr>
            <a:xfrm>
              <a:off x="5694773" y="1369865"/>
              <a:ext cx="802455" cy="792256"/>
            </a:xfrm>
            <a:custGeom>
              <a:rect b="b" l="l" r="r" t="t"/>
              <a:pathLst>
                <a:path extrusionOk="0" h="233" w="236">
                  <a:moveTo>
                    <a:pt x="0" y="118"/>
                  </a:moveTo>
                  <a:lnTo>
                    <a:pt x="0" y="118"/>
                  </a:lnTo>
                  <a:lnTo>
                    <a:pt x="2" y="106"/>
                  </a:lnTo>
                  <a:lnTo>
                    <a:pt x="4" y="94"/>
                  </a:lnTo>
                  <a:lnTo>
                    <a:pt x="10" y="72"/>
                  </a:lnTo>
                  <a:lnTo>
                    <a:pt x="20" y="52"/>
                  </a:lnTo>
                  <a:lnTo>
                    <a:pt x="36" y="36"/>
                  </a:lnTo>
                  <a:lnTo>
                    <a:pt x="52" y="20"/>
                  </a:lnTo>
                  <a:lnTo>
                    <a:pt x="72" y="10"/>
                  </a:lnTo>
                  <a:lnTo>
                    <a:pt x="94" y="4"/>
                  </a:lnTo>
                  <a:lnTo>
                    <a:pt x="106" y="2"/>
                  </a:lnTo>
                  <a:lnTo>
                    <a:pt x="118" y="0"/>
                  </a:lnTo>
                  <a:lnTo>
                    <a:pt x="118" y="0"/>
                  </a:lnTo>
                  <a:lnTo>
                    <a:pt x="130" y="2"/>
                  </a:lnTo>
                  <a:lnTo>
                    <a:pt x="142" y="4"/>
                  </a:lnTo>
                  <a:lnTo>
                    <a:pt x="164" y="10"/>
                  </a:lnTo>
                  <a:lnTo>
                    <a:pt x="184" y="20"/>
                  </a:lnTo>
                  <a:lnTo>
                    <a:pt x="200" y="36"/>
                  </a:lnTo>
                  <a:lnTo>
                    <a:pt x="216" y="52"/>
                  </a:lnTo>
                  <a:lnTo>
                    <a:pt x="226" y="72"/>
                  </a:lnTo>
                  <a:lnTo>
                    <a:pt x="232" y="94"/>
                  </a:lnTo>
                  <a:lnTo>
                    <a:pt x="234" y="106"/>
                  </a:lnTo>
                  <a:lnTo>
                    <a:pt x="236" y="118"/>
                  </a:lnTo>
                  <a:lnTo>
                    <a:pt x="236" y="118"/>
                  </a:lnTo>
                  <a:lnTo>
                    <a:pt x="234" y="129"/>
                  </a:lnTo>
                  <a:lnTo>
                    <a:pt x="232" y="141"/>
                  </a:lnTo>
                  <a:lnTo>
                    <a:pt x="226" y="163"/>
                  </a:lnTo>
                  <a:lnTo>
                    <a:pt x="216" y="183"/>
                  </a:lnTo>
                  <a:lnTo>
                    <a:pt x="200" y="199"/>
                  </a:lnTo>
                  <a:lnTo>
                    <a:pt x="184" y="213"/>
                  </a:lnTo>
                  <a:lnTo>
                    <a:pt x="164" y="225"/>
                  </a:lnTo>
                  <a:lnTo>
                    <a:pt x="142" y="231"/>
                  </a:lnTo>
                  <a:lnTo>
                    <a:pt x="130" y="233"/>
                  </a:lnTo>
                  <a:lnTo>
                    <a:pt x="118" y="233"/>
                  </a:lnTo>
                  <a:lnTo>
                    <a:pt x="118" y="233"/>
                  </a:lnTo>
                  <a:lnTo>
                    <a:pt x="106" y="233"/>
                  </a:lnTo>
                  <a:lnTo>
                    <a:pt x="94" y="231"/>
                  </a:lnTo>
                  <a:lnTo>
                    <a:pt x="72" y="225"/>
                  </a:lnTo>
                  <a:lnTo>
                    <a:pt x="52" y="213"/>
                  </a:lnTo>
                  <a:lnTo>
                    <a:pt x="36" y="199"/>
                  </a:lnTo>
                  <a:lnTo>
                    <a:pt x="20" y="183"/>
                  </a:lnTo>
                  <a:lnTo>
                    <a:pt x="10" y="163"/>
                  </a:lnTo>
                  <a:lnTo>
                    <a:pt x="4" y="141"/>
                  </a:lnTo>
                  <a:lnTo>
                    <a:pt x="2" y="129"/>
                  </a:lnTo>
                  <a:lnTo>
                    <a:pt x="0" y="118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0" name="Google Shape;420;p53"/>
            <p:cNvSpPr/>
            <p:nvPr/>
          </p:nvSpPr>
          <p:spPr>
            <a:xfrm>
              <a:off x="5776378" y="1451471"/>
              <a:ext cx="639244" cy="635845"/>
            </a:xfrm>
            <a:prstGeom prst="ellips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" name="Google Shape;421;p53"/>
            <p:cNvSpPr/>
            <p:nvPr/>
          </p:nvSpPr>
          <p:spPr>
            <a:xfrm>
              <a:off x="5776378" y="1451471"/>
              <a:ext cx="639244" cy="635845"/>
            </a:xfrm>
            <a:custGeom>
              <a:rect b="b" l="l" r="r" t="t"/>
              <a:pathLst>
                <a:path extrusionOk="0" h="187" w="188">
                  <a:moveTo>
                    <a:pt x="0" y="94"/>
                  </a:moveTo>
                  <a:lnTo>
                    <a:pt x="0" y="94"/>
                  </a:lnTo>
                  <a:lnTo>
                    <a:pt x="2" y="74"/>
                  </a:lnTo>
                  <a:lnTo>
                    <a:pt x="8" y="58"/>
                  </a:lnTo>
                  <a:lnTo>
                    <a:pt x="16" y="42"/>
                  </a:lnTo>
                  <a:lnTo>
                    <a:pt x="28" y="28"/>
                  </a:lnTo>
                  <a:lnTo>
                    <a:pt x="42" y="16"/>
                  </a:lnTo>
                  <a:lnTo>
                    <a:pt x="58" y="8"/>
                  </a:lnTo>
                  <a:lnTo>
                    <a:pt x="76" y="2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12" y="2"/>
                  </a:lnTo>
                  <a:lnTo>
                    <a:pt x="130" y="8"/>
                  </a:lnTo>
                  <a:lnTo>
                    <a:pt x="146" y="16"/>
                  </a:lnTo>
                  <a:lnTo>
                    <a:pt x="160" y="28"/>
                  </a:lnTo>
                  <a:lnTo>
                    <a:pt x="172" y="42"/>
                  </a:lnTo>
                  <a:lnTo>
                    <a:pt x="180" y="58"/>
                  </a:lnTo>
                  <a:lnTo>
                    <a:pt x="186" y="74"/>
                  </a:lnTo>
                  <a:lnTo>
                    <a:pt x="188" y="94"/>
                  </a:lnTo>
                  <a:lnTo>
                    <a:pt x="188" y="94"/>
                  </a:lnTo>
                  <a:lnTo>
                    <a:pt x="186" y="111"/>
                  </a:lnTo>
                  <a:lnTo>
                    <a:pt x="180" y="129"/>
                  </a:lnTo>
                  <a:lnTo>
                    <a:pt x="172" y="145"/>
                  </a:lnTo>
                  <a:lnTo>
                    <a:pt x="160" y="159"/>
                  </a:lnTo>
                  <a:lnTo>
                    <a:pt x="146" y="171"/>
                  </a:lnTo>
                  <a:lnTo>
                    <a:pt x="130" y="179"/>
                  </a:lnTo>
                  <a:lnTo>
                    <a:pt x="112" y="185"/>
                  </a:lnTo>
                  <a:lnTo>
                    <a:pt x="94" y="187"/>
                  </a:lnTo>
                  <a:lnTo>
                    <a:pt x="94" y="187"/>
                  </a:lnTo>
                  <a:lnTo>
                    <a:pt x="76" y="185"/>
                  </a:lnTo>
                  <a:lnTo>
                    <a:pt x="58" y="179"/>
                  </a:lnTo>
                  <a:lnTo>
                    <a:pt x="42" y="171"/>
                  </a:lnTo>
                  <a:lnTo>
                    <a:pt x="28" y="159"/>
                  </a:lnTo>
                  <a:lnTo>
                    <a:pt x="16" y="145"/>
                  </a:lnTo>
                  <a:lnTo>
                    <a:pt x="8" y="129"/>
                  </a:lnTo>
                  <a:lnTo>
                    <a:pt x="2" y="111"/>
                  </a:lnTo>
                  <a:lnTo>
                    <a:pt x="0" y="94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" name="Google Shape;422;p53"/>
            <p:cNvSpPr/>
            <p:nvPr/>
          </p:nvSpPr>
          <p:spPr>
            <a:xfrm>
              <a:off x="5837583" y="1512675"/>
              <a:ext cx="516836" cy="513436"/>
            </a:xfrm>
            <a:prstGeom prst="ellipse">
              <a:avLst/>
            </a:prstGeom>
            <a:solidFill>
              <a:srgbClr val="3838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" name="Google Shape;423;p53"/>
            <p:cNvSpPr/>
            <p:nvPr/>
          </p:nvSpPr>
          <p:spPr>
            <a:xfrm>
              <a:off x="5837583" y="1512675"/>
              <a:ext cx="516836" cy="513436"/>
            </a:xfrm>
            <a:custGeom>
              <a:rect b="b" l="l" r="r" t="t"/>
              <a:pathLst>
                <a:path extrusionOk="0" h="151" w="152">
                  <a:moveTo>
                    <a:pt x="152" y="76"/>
                  </a:moveTo>
                  <a:lnTo>
                    <a:pt x="152" y="76"/>
                  </a:lnTo>
                  <a:lnTo>
                    <a:pt x="152" y="91"/>
                  </a:lnTo>
                  <a:lnTo>
                    <a:pt x="146" y="105"/>
                  </a:lnTo>
                  <a:lnTo>
                    <a:pt x="140" y="117"/>
                  </a:lnTo>
                  <a:lnTo>
                    <a:pt x="130" y="129"/>
                  </a:lnTo>
                  <a:lnTo>
                    <a:pt x="118" y="139"/>
                  </a:lnTo>
                  <a:lnTo>
                    <a:pt x="106" y="145"/>
                  </a:lnTo>
                  <a:lnTo>
                    <a:pt x="92" y="149"/>
                  </a:lnTo>
                  <a:lnTo>
                    <a:pt x="76" y="151"/>
                  </a:lnTo>
                  <a:lnTo>
                    <a:pt x="76" y="151"/>
                  </a:lnTo>
                  <a:lnTo>
                    <a:pt x="60" y="149"/>
                  </a:lnTo>
                  <a:lnTo>
                    <a:pt x="46" y="145"/>
                  </a:lnTo>
                  <a:lnTo>
                    <a:pt x="34" y="139"/>
                  </a:lnTo>
                  <a:lnTo>
                    <a:pt x="22" y="129"/>
                  </a:lnTo>
                  <a:lnTo>
                    <a:pt x="12" y="117"/>
                  </a:lnTo>
                  <a:lnTo>
                    <a:pt x="6" y="105"/>
                  </a:lnTo>
                  <a:lnTo>
                    <a:pt x="0" y="91"/>
                  </a:lnTo>
                  <a:lnTo>
                    <a:pt x="0" y="76"/>
                  </a:lnTo>
                  <a:lnTo>
                    <a:pt x="0" y="76"/>
                  </a:lnTo>
                  <a:lnTo>
                    <a:pt x="0" y="60"/>
                  </a:lnTo>
                  <a:lnTo>
                    <a:pt x="6" y="46"/>
                  </a:lnTo>
                  <a:lnTo>
                    <a:pt x="12" y="32"/>
                  </a:lnTo>
                  <a:lnTo>
                    <a:pt x="22" y="22"/>
                  </a:lnTo>
                  <a:lnTo>
                    <a:pt x="34" y="12"/>
                  </a:lnTo>
                  <a:lnTo>
                    <a:pt x="46" y="6"/>
                  </a:lnTo>
                  <a:lnTo>
                    <a:pt x="60" y="0"/>
                  </a:lnTo>
                  <a:lnTo>
                    <a:pt x="76" y="0"/>
                  </a:lnTo>
                  <a:lnTo>
                    <a:pt x="76" y="0"/>
                  </a:lnTo>
                  <a:lnTo>
                    <a:pt x="92" y="0"/>
                  </a:lnTo>
                  <a:lnTo>
                    <a:pt x="106" y="6"/>
                  </a:lnTo>
                  <a:lnTo>
                    <a:pt x="118" y="12"/>
                  </a:lnTo>
                  <a:lnTo>
                    <a:pt x="130" y="22"/>
                  </a:lnTo>
                  <a:lnTo>
                    <a:pt x="140" y="32"/>
                  </a:lnTo>
                  <a:lnTo>
                    <a:pt x="146" y="46"/>
                  </a:lnTo>
                  <a:lnTo>
                    <a:pt x="152" y="60"/>
                  </a:lnTo>
                  <a:lnTo>
                    <a:pt x="152" y="76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" name="Google Shape;424;p53"/>
            <p:cNvSpPr/>
            <p:nvPr/>
          </p:nvSpPr>
          <p:spPr>
            <a:xfrm rot="2700000">
              <a:off x="5943708" y="1528635"/>
              <a:ext cx="108808" cy="264301"/>
            </a:xfrm>
            <a:prstGeom prst="moon">
              <a:avLst>
                <a:gd fmla="val 50000" name="adj"/>
              </a:avLst>
            </a:prstGeom>
            <a:solidFill>
              <a:srgbClr val="CFD2D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5" name="Google Shape;425;p53"/>
            <p:cNvSpPr/>
            <p:nvPr/>
          </p:nvSpPr>
          <p:spPr>
            <a:xfrm>
              <a:off x="5966792" y="1641884"/>
              <a:ext cx="380826" cy="370627"/>
            </a:xfrm>
            <a:custGeom>
              <a:rect b="b" l="l" r="r" t="t"/>
              <a:pathLst>
                <a:path extrusionOk="0" h="109" w="112">
                  <a:moveTo>
                    <a:pt x="102" y="0"/>
                  </a:moveTo>
                  <a:lnTo>
                    <a:pt x="0" y="99"/>
                  </a:lnTo>
                  <a:lnTo>
                    <a:pt x="0" y="99"/>
                  </a:lnTo>
                  <a:lnTo>
                    <a:pt x="8" y="105"/>
                  </a:lnTo>
                  <a:lnTo>
                    <a:pt x="18" y="107"/>
                  </a:lnTo>
                  <a:lnTo>
                    <a:pt x="26" y="109"/>
                  </a:lnTo>
                  <a:lnTo>
                    <a:pt x="36" y="109"/>
                  </a:lnTo>
                  <a:lnTo>
                    <a:pt x="36" y="109"/>
                  </a:lnTo>
                  <a:lnTo>
                    <a:pt x="52" y="109"/>
                  </a:lnTo>
                  <a:lnTo>
                    <a:pt x="66" y="103"/>
                  </a:lnTo>
                  <a:lnTo>
                    <a:pt x="78" y="97"/>
                  </a:lnTo>
                  <a:lnTo>
                    <a:pt x="90" y="89"/>
                  </a:lnTo>
                  <a:lnTo>
                    <a:pt x="98" y="77"/>
                  </a:lnTo>
                  <a:lnTo>
                    <a:pt x="106" y="65"/>
                  </a:lnTo>
                  <a:lnTo>
                    <a:pt x="110" y="51"/>
                  </a:lnTo>
                  <a:lnTo>
                    <a:pt x="112" y="36"/>
                  </a:lnTo>
                  <a:lnTo>
                    <a:pt x="112" y="36"/>
                  </a:lnTo>
                  <a:lnTo>
                    <a:pt x="110" y="26"/>
                  </a:lnTo>
                  <a:lnTo>
                    <a:pt x="108" y="18"/>
                  </a:lnTo>
                  <a:lnTo>
                    <a:pt x="106" y="8"/>
                  </a:lnTo>
                  <a:lnTo>
                    <a:pt x="102" y="0"/>
                  </a:lnTo>
                  <a:close/>
                </a:path>
              </a:pathLst>
            </a:custGeom>
            <a:solidFill>
              <a:srgbClr val="444C5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6" name="Google Shape;426;p53"/>
            <p:cNvSpPr/>
            <p:nvPr/>
          </p:nvSpPr>
          <p:spPr>
            <a:xfrm>
              <a:off x="5966792" y="1641884"/>
              <a:ext cx="380826" cy="370627"/>
            </a:xfrm>
            <a:custGeom>
              <a:rect b="b" l="l" r="r" t="t"/>
              <a:pathLst>
                <a:path extrusionOk="0" h="109" w="112">
                  <a:moveTo>
                    <a:pt x="102" y="0"/>
                  </a:moveTo>
                  <a:lnTo>
                    <a:pt x="0" y="99"/>
                  </a:lnTo>
                  <a:lnTo>
                    <a:pt x="0" y="99"/>
                  </a:lnTo>
                  <a:lnTo>
                    <a:pt x="8" y="105"/>
                  </a:lnTo>
                  <a:lnTo>
                    <a:pt x="18" y="107"/>
                  </a:lnTo>
                  <a:lnTo>
                    <a:pt x="26" y="109"/>
                  </a:lnTo>
                  <a:lnTo>
                    <a:pt x="36" y="109"/>
                  </a:lnTo>
                  <a:lnTo>
                    <a:pt x="36" y="109"/>
                  </a:lnTo>
                  <a:lnTo>
                    <a:pt x="52" y="109"/>
                  </a:lnTo>
                  <a:lnTo>
                    <a:pt x="66" y="103"/>
                  </a:lnTo>
                  <a:lnTo>
                    <a:pt x="78" y="97"/>
                  </a:lnTo>
                  <a:lnTo>
                    <a:pt x="90" y="89"/>
                  </a:lnTo>
                  <a:lnTo>
                    <a:pt x="98" y="77"/>
                  </a:lnTo>
                  <a:lnTo>
                    <a:pt x="106" y="65"/>
                  </a:lnTo>
                  <a:lnTo>
                    <a:pt x="110" y="51"/>
                  </a:lnTo>
                  <a:lnTo>
                    <a:pt x="112" y="36"/>
                  </a:lnTo>
                  <a:lnTo>
                    <a:pt x="112" y="36"/>
                  </a:lnTo>
                  <a:lnTo>
                    <a:pt x="110" y="26"/>
                  </a:lnTo>
                  <a:lnTo>
                    <a:pt x="108" y="18"/>
                  </a:lnTo>
                  <a:lnTo>
                    <a:pt x="106" y="8"/>
                  </a:lnTo>
                  <a:lnTo>
                    <a:pt x="10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" name="Google Shape;427;p53"/>
            <p:cNvSpPr/>
            <p:nvPr/>
          </p:nvSpPr>
          <p:spPr>
            <a:xfrm>
              <a:off x="6007594" y="2937374"/>
              <a:ext cx="176812" cy="27202"/>
            </a:xfrm>
            <a:custGeom>
              <a:rect b="b" l="l" r="r" t="t"/>
              <a:pathLst>
                <a:path extrusionOk="0" h="8" w="52">
                  <a:moveTo>
                    <a:pt x="4" y="8"/>
                  </a:moveTo>
                  <a:lnTo>
                    <a:pt x="48" y="8"/>
                  </a:lnTo>
                  <a:lnTo>
                    <a:pt x="48" y="8"/>
                  </a:lnTo>
                  <a:lnTo>
                    <a:pt x="52" y="8"/>
                  </a:lnTo>
                  <a:lnTo>
                    <a:pt x="52" y="4"/>
                  </a:lnTo>
                  <a:lnTo>
                    <a:pt x="52" y="4"/>
                  </a:lnTo>
                  <a:lnTo>
                    <a:pt x="52" y="2"/>
                  </a:lnTo>
                  <a:lnTo>
                    <a:pt x="48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0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8"/>
                  </a:lnTo>
                  <a:lnTo>
                    <a:pt x="4" y="8"/>
                  </a:lnTo>
                  <a:close/>
                </a:path>
              </a:pathLst>
            </a:custGeom>
            <a:solidFill>
              <a:srgbClr val="3838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" name="Google Shape;428;p53"/>
            <p:cNvSpPr/>
            <p:nvPr/>
          </p:nvSpPr>
          <p:spPr>
            <a:xfrm>
              <a:off x="6007594" y="2937374"/>
              <a:ext cx="176812" cy="27202"/>
            </a:xfrm>
            <a:prstGeom prst="round2SameRect">
              <a:avLst>
                <a:gd fmla="val 16667" name="adj1"/>
                <a:gd fmla="val 0" name="adj2"/>
              </a:avLst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9" name="Google Shape;429;p53"/>
            <p:cNvSpPr/>
            <p:nvPr/>
          </p:nvSpPr>
          <p:spPr>
            <a:xfrm>
              <a:off x="6007594" y="2998578"/>
              <a:ext cx="176812" cy="27202"/>
            </a:xfrm>
            <a:custGeom>
              <a:rect b="b" l="l" r="r" t="t"/>
              <a:pathLst>
                <a:path extrusionOk="0" h="8" w="52">
                  <a:moveTo>
                    <a:pt x="4" y="8"/>
                  </a:moveTo>
                  <a:lnTo>
                    <a:pt x="48" y="8"/>
                  </a:lnTo>
                  <a:lnTo>
                    <a:pt x="48" y="8"/>
                  </a:lnTo>
                  <a:lnTo>
                    <a:pt x="52" y="6"/>
                  </a:lnTo>
                  <a:lnTo>
                    <a:pt x="52" y="4"/>
                  </a:lnTo>
                  <a:lnTo>
                    <a:pt x="52" y="4"/>
                  </a:lnTo>
                  <a:lnTo>
                    <a:pt x="52" y="0"/>
                  </a:lnTo>
                  <a:lnTo>
                    <a:pt x="48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6"/>
                  </a:lnTo>
                  <a:lnTo>
                    <a:pt x="4" y="8"/>
                  </a:lnTo>
                  <a:close/>
                </a:path>
              </a:pathLst>
            </a:custGeom>
            <a:solidFill>
              <a:srgbClr val="3838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" name="Google Shape;430;p53"/>
            <p:cNvSpPr/>
            <p:nvPr/>
          </p:nvSpPr>
          <p:spPr>
            <a:xfrm>
              <a:off x="6007594" y="2998578"/>
              <a:ext cx="176812" cy="27202"/>
            </a:xfrm>
            <a:prstGeom prst="round2SameRect">
              <a:avLst>
                <a:gd fmla="val 16667" name="adj1"/>
                <a:gd fmla="val 0" name="adj2"/>
              </a:avLst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" name="Google Shape;431;p53"/>
            <p:cNvSpPr/>
            <p:nvPr/>
          </p:nvSpPr>
          <p:spPr>
            <a:xfrm>
              <a:off x="6007594" y="3052982"/>
              <a:ext cx="176812" cy="27202"/>
            </a:xfrm>
            <a:custGeom>
              <a:rect b="b" l="l" r="r" t="t"/>
              <a:pathLst>
                <a:path extrusionOk="0" h="8" w="52">
                  <a:moveTo>
                    <a:pt x="4" y="8"/>
                  </a:moveTo>
                  <a:lnTo>
                    <a:pt x="48" y="8"/>
                  </a:lnTo>
                  <a:lnTo>
                    <a:pt x="48" y="8"/>
                  </a:lnTo>
                  <a:lnTo>
                    <a:pt x="52" y="6"/>
                  </a:lnTo>
                  <a:lnTo>
                    <a:pt x="52" y="4"/>
                  </a:lnTo>
                  <a:lnTo>
                    <a:pt x="52" y="4"/>
                  </a:lnTo>
                  <a:lnTo>
                    <a:pt x="52" y="0"/>
                  </a:lnTo>
                  <a:lnTo>
                    <a:pt x="48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6"/>
                  </a:lnTo>
                  <a:lnTo>
                    <a:pt x="4" y="8"/>
                  </a:lnTo>
                  <a:close/>
                </a:path>
              </a:pathLst>
            </a:custGeom>
            <a:solidFill>
              <a:srgbClr val="3838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" name="Google Shape;432;p53"/>
            <p:cNvSpPr/>
            <p:nvPr/>
          </p:nvSpPr>
          <p:spPr>
            <a:xfrm>
              <a:off x="6007594" y="3052982"/>
              <a:ext cx="176812" cy="27202"/>
            </a:xfrm>
            <a:prstGeom prst="round2SameRect">
              <a:avLst>
                <a:gd fmla="val 16667" name="adj1"/>
                <a:gd fmla="val 0" name="adj2"/>
              </a:avLst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" name="Google Shape;433;p53"/>
            <p:cNvSpPr/>
            <p:nvPr/>
          </p:nvSpPr>
          <p:spPr>
            <a:xfrm>
              <a:off x="6007594" y="3107386"/>
              <a:ext cx="176812" cy="27202"/>
            </a:xfrm>
            <a:custGeom>
              <a:rect b="b" l="l" r="r" t="t"/>
              <a:pathLst>
                <a:path extrusionOk="0" h="8" w="52">
                  <a:moveTo>
                    <a:pt x="4" y="8"/>
                  </a:moveTo>
                  <a:lnTo>
                    <a:pt x="48" y="8"/>
                  </a:lnTo>
                  <a:lnTo>
                    <a:pt x="48" y="8"/>
                  </a:lnTo>
                  <a:lnTo>
                    <a:pt x="52" y="8"/>
                  </a:lnTo>
                  <a:lnTo>
                    <a:pt x="52" y="4"/>
                  </a:lnTo>
                  <a:lnTo>
                    <a:pt x="52" y="4"/>
                  </a:lnTo>
                  <a:lnTo>
                    <a:pt x="52" y="2"/>
                  </a:lnTo>
                  <a:lnTo>
                    <a:pt x="48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0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8"/>
                  </a:lnTo>
                  <a:lnTo>
                    <a:pt x="4" y="8"/>
                  </a:lnTo>
                  <a:close/>
                </a:path>
              </a:pathLst>
            </a:custGeom>
            <a:solidFill>
              <a:srgbClr val="3838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4" name="Google Shape;434;p53"/>
            <p:cNvSpPr/>
            <p:nvPr/>
          </p:nvSpPr>
          <p:spPr>
            <a:xfrm>
              <a:off x="6007594" y="3107386"/>
              <a:ext cx="176812" cy="27202"/>
            </a:xfrm>
            <a:custGeom>
              <a:rect b="b" l="l" r="r" t="t"/>
              <a:pathLst>
                <a:path extrusionOk="0" h="8" w="52">
                  <a:moveTo>
                    <a:pt x="4" y="8"/>
                  </a:moveTo>
                  <a:lnTo>
                    <a:pt x="48" y="8"/>
                  </a:lnTo>
                  <a:lnTo>
                    <a:pt x="48" y="8"/>
                  </a:lnTo>
                  <a:lnTo>
                    <a:pt x="52" y="8"/>
                  </a:lnTo>
                  <a:lnTo>
                    <a:pt x="52" y="4"/>
                  </a:lnTo>
                  <a:lnTo>
                    <a:pt x="52" y="4"/>
                  </a:lnTo>
                  <a:lnTo>
                    <a:pt x="52" y="2"/>
                  </a:lnTo>
                  <a:lnTo>
                    <a:pt x="48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0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8"/>
                  </a:lnTo>
                  <a:lnTo>
                    <a:pt x="4" y="8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" name="Google Shape;435;p53"/>
            <p:cNvSpPr/>
            <p:nvPr/>
          </p:nvSpPr>
          <p:spPr>
            <a:xfrm>
              <a:off x="6007594" y="3161790"/>
              <a:ext cx="176812" cy="27202"/>
            </a:xfrm>
            <a:custGeom>
              <a:rect b="b" l="l" r="r" t="t"/>
              <a:pathLst>
                <a:path extrusionOk="0" h="8" w="52">
                  <a:moveTo>
                    <a:pt x="4" y="8"/>
                  </a:moveTo>
                  <a:lnTo>
                    <a:pt x="48" y="8"/>
                  </a:lnTo>
                  <a:lnTo>
                    <a:pt x="48" y="8"/>
                  </a:lnTo>
                  <a:lnTo>
                    <a:pt x="52" y="8"/>
                  </a:lnTo>
                  <a:lnTo>
                    <a:pt x="52" y="4"/>
                  </a:lnTo>
                  <a:lnTo>
                    <a:pt x="52" y="4"/>
                  </a:lnTo>
                  <a:lnTo>
                    <a:pt x="52" y="2"/>
                  </a:lnTo>
                  <a:lnTo>
                    <a:pt x="48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0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8"/>
                  </a:lnTo>
                  <a:lnTo>
                    <a:pt x="4" y="8"/>
                  </a:lnTo>
                  <a:close/>
                </a:path>
              </a:pathLst>
            </a:custGeom>
            <a:solidFill>
              <a:srgbClr val="3838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" name="Google Shape;436;p53"/>
            <p:cNvSpPr/>
            <p:nvPr/>
          </p:nvSpPr>
          <p:spPr>
            <a:xfrm>
              <a:off x="6007594" y="3161790"/>
              <a:ext cx="176812" cy="27202"/>
            </a:xfrm>
            <a:custGeom>
              <a:rect b="b" l="l" r="r" t="t"/>
              <a:pathLst>
                <a:path extrusionOk="0" h="8" w="52">
                  <a:moveTo>
                    <a:pt x="4" y="8"/>
                  </a:moveTo>
                  <a:lnTo>
                    <a:pt x="48" y="8"/>
                  </a:lnTo>
                  <a:lnTo>
                    <a:pt x="48" y="8"/>
                  </a:lnTo>
                  <a:lnTo>
                    <a:pt x="52" y="8"/>
                  </a:lnTo>
                  <a:lnTo>
                    <a:pt x="52" y="4"/>
                  </a:lnTo>
                  <a:lnTo>
                    <a:pt x="52" y="4"/>
                  </a:lnTo>
                  <a:lnTo>
                    <a:pt x="52" y="2"/>
                  </a:lnTo>
                  <a:lnTo>
                    <a:pt x="48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0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8"/>
                  </a:lnTo>
                  <a:lnTo>
                    <a:pt x="4" y="8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7" name="Google Shape;437;p53"/>
            <p:cNvSpPr/>
            <p:nvPr/>
          </p:nvSpPr>
          <p:spPr>
            <a:xfrm>
              <a:off x="5987193" y="2311731"/>
              <a:ext cx="217615" cy="217615"/>
            </a:xfrm>
            <a:prstGeom prst="ellipse">
              <a:avLst/>
            </a:prstGeom>
            <a:solidFill>
              <a:srgbClr val="F0F6F7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8" name="Google Shape;438;p53"/>
            <p:cNvSpPr/>
            <p:nvPr/>
          </p:nvSpPr>
          <p:spPr>
            <a:xfrm>
              <a:off x="6007594" y="2332132"/>
              <a:ext cx="176812" cy="176812"/>
            </a:xfrm>
            <a:prstGeom prst="ellipse">
              <a:avLst/>
            </a:prstGeom>
            <a:solidFill>
              <a:srgbClr val="55565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9" name="Google Shape;439;p53"/>
            <p:cNvSpPr/>
            <p:nvPr/>
          </p:nvSpPr>
          <p:spPr>
            <a:xfrm>
              <a:off x="6041597" y="2597351"/>
              <a:ext cx="108808" cy="108808"/>
            </a:xfrm>
            <a:prstGeom prst="ellipse">
              <a:avLst/>
            </a:prstGeom>
            <a:solidFill>
              <a:srgbClr val="F0F6F7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0" name="Google Shape;440;p53"/>
            <p:cNvSpPr/>
            <p:nvPr/>
          </p:nvSpPr>
          <p:spPr>
            <a:xfrm>
              <a:off x="6054853" y="2610607"/>
              <a:ext cx="82296" cy="82296"/>
            </a:xfrm>
            <a:prstGeom prst="ellipse">
              <a:avLst/>
            </a:prstGeom>
            <a:solidFill>
              <a:srgbClr val="55565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1" name="Google Shape;441;p53"/>
          <p:cNvSpPr txBox="1"/>
          <p:nvPr/>
        </p:nvSpPr>
        <p:spPr>
          <a:xfrm>
            <a:off x="2744842" y="170257"/>
            <a:ext cx="6702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pt-BR" sz="54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Tópicos</a:t>
            </a:r>
            <a:endParaRPr b="0" i="0" sz="66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ransition spd="slow">
    <p:push dir="r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3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6" name="Google Shape;446;p54"/>
          <p:cNvGrpSpPr/>
          <p:nvPr/>
        </p:nvGrpSpPr>
        <p:grpSpPr>
          <a:xfrm>
            <a:off x="1942267" y="-260776"/>
            <a:ext cx="8657087" cy="8657087"/>
            <a:chOff x="1767634" y="-899873"/>
            <a:chExt cx="8657087" cy="8657087"/>
          </a:xfrm>
        </p:grpSpPr>
        <p:grpSp>
          <p:nvGrpSpPr>
            <p:cNvPr id="447" name="Google Shape;447;p54"/>
            <p:cNvGrpSpPr/>
            <p:nvPr/>
          </p:nvGrpSpPr>
          <p:grpSpPr>
            <a:xfrm>
              <a:off x="1767634" y="-899873"/>
              <a:ext cx="8657087" cy="8657087"/>
              <a:chOff x="-6110596" y="4728339"/>
              <a:chExt cx="3870300" cy="3870300"/>
            </a:xfrm>
          </p:grpSpPr>
          <p:sp>
            <p:nvSpPr>
              <p:cNvPr id="448" name="Google Shape;448;p54"/>
              <p:cNvSpPr/>
              <p:nvPr/>
            </p:nvSpPr>
            <p:spPr>
              <a:xfrm>
                <a:off x="-5866885" y="4972050"/>
                <a:ext cx="3382800" cy="3382800"/>
              </a:xfrm>
              <a:prstGeom prst="ellipse">
                <a:avLst/>
              </a:prstGeom>
              <a:noFill/>
              <a:ln cap="flat" cmpd="sng" w="12700">
                <a:solidFill>
                  <a:schemeClr val="lt1">
                    <a:alpha val="25098"/>
                  </a:scheme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9" name="Google Shape;449;p54"/>
              <p:cNvSpPr/>
              <p:nvPr/>
            </p:nvSpPr>
            <p:spPr>
              <a:xfrm>
                <a:off x="-6110596" y="4728339"/>
                <a:ext cx="3870300" cy="3870300"/>
              </a:xfrm>
              <a:prstGeom prst="ellipse">
                <a:avLst/>
              </a:prstGeom>
              <a:noFill/>
              <a:ln cap="flat" cmpd="sng" w="12700">
                <a:solidFill>
                  <a:schemeClr val="lt1">
                    <a:alpha val="25098"/>
                  </a:scheme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0" name="Google Shape;450;p54"/>
              <p:cNvSpPr/>
              <p:nvPr/>
            </p:nvSpPr>
            <p:spPr>
              <a:xfrm>
                <a:off x="-5506817" y="5332118"/>
                <a:ext cx="2662800" cy="2662800"/>
              </a:xfrm>
              <a:prstGeom prst="ellipse">
                <a:avLst/>
              </a:prstGeom>
              <a:noFill/>
              <a:ln cap="flat" cmpd="sng" w="12700">
                <a:solidFill>
                  <a:schemeClr val="lt1">
                    <a:alpha val="25098"/>
                  </a:scheme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1" name="Google Shape;451;p54"/>
              <p:cNvSpPr/>
              <p:nvPr/>
            </p:nvSpPr>
            <p:spPr>
              <a:xfrm>
                <a:off x="-5181278" y="5657657"/>
                <a:ext cx="2011800" cy="2011800"/>
              </a:xfrm>
              <a:prstGeom prst="ellipse">
                <a:avLst/>
              </a:prstGeom>
              <a:noFill/>
              <a:ln cap="flat" cmpd="sng" w="12700">
                <a:solidFill>
                  <a:schemeClr val="lt1">
                    <a:alpha val="25098"/>
                  </a:scheme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52" name="Google Shape;452;p54"/>
            <p:cNvGrpSpPr/>
            <p:nvPr/>
          </p:nvGrpSpPr>
          <p:grpSpPr>
            <a:xfrm>
              <a:off x="2199996" y="775278"/>
              <a:ext cx="6874449" cy="4941688"/>
              <a:chOff x="-5917301" y="2252173"/>
              <a:chExt cx="3073341" cy="2209267"/>
            </a:xfrm>
          </p:grpSpPr>
          <p:sp>
            <p:nvSpPr>
              <p:cNvPr id="453" name="Google Shape;453;p54"/>
              <p:cNvSpPr/>
              <p:nvPr/>
            </p:nvSpPr>
            <p:spPr>
              <a:xfrm>
                <a:off x="-3159527" y="2619284"/>
                <a:ext cx="127500" cy="127500"/>
              </a:xfrm>
              <a:prstGeom prst="ellipse">
                <a:avLst/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14400033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4" name="Google Shape;454;p54"/>
              <p:cNvSpPr/>
              <p:nvPr/>
            </p:nvSpPr>
            <p:spPr>
              <a:xfrm>
                <a:off x="-2971460" y="2252173"/>
                <a:ext cx="127500" cy="127500"/>
              </a:xfrm>
              <a:prstGeom prst="ellipse">
                <a:avLst/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14400033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5" name="Google Shape;455;p54"/>
              <p:cNvSpPr/>
              <p:nvPr/>
            </p:nvSpPr>
            <p:spPr>
              <a:xfrm>
                <a:off x="-5917301" y="3155068"/>
                <a:ext cx="127500" cy="127500"/>
              </a:xfrm>
              <a:prstGeom prst="ellipse">
                <a:avLst/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14400033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6" name="Google Shape;456;p54"/>
              <p:cNvSpPr/>
              <p:nvPr/>
            </p:nvSpPr>
            <p:spPr>
              <a:xfrm>
                <a:off x="-5410548" y="2746686"/>
                <a:ext cx="127500" cy="127500"/>
              </a:xfrm>
              <a:prstGeom prst="ellipse">
                <a:avLst/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14400033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7" name="Google Shape;457;p54"/>
              <p:cNvSpPr/>
              <p:nvPr/>
            </p:nvSpPr>
            <p:spPr>
              <a:xfrm>
                <a:off x="-5716977" y="4240869"/>
                <a:ext cx="127500" cy="127500"/>
              </a:xfrm>
              <a:prstGeom prst="ellipse">
                <a:avLst/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14400033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8" name="Google Shape;458;p54"/>
              <p:cNvSpPr/>
              <p:nvPr/>
            </p:nvSpPr>
            <p:spPr>
              <a:xfrm>
                <a:off x="-4480790" y="4348940"/>
                <a:ext cx="112500" cy="112500"/>
              </a:xfrm>
              <a:prstGeom prst="ellipse">
                <a:avLst/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14400033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9" name="Google Shape;459;p54"/>
              <p:cNvSpPr/>
              <p:nvPr/>
            </p:nvSpPr>
            <p:spPr>
              <a:xfrm>
                <a:off x="-3119421" y="4102065"/>
                <a:ext cx="112500" cy="112500"/>
              </a:xfrm>
              <a:prstGeom prst="ellipse">
                <a:avLst/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14400033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60" name="Google Shape;460;p54"/>
          <p:cNvSpPr txBox="1"/>
          <p:nvPr/>
        </p:nvSpPr>
        <p:spPr>
          <a:xfrm>
            <a:off x="2744842" y="345355"/>
            <a:ext cx="6702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pt-BR" sz="54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Pass Score</a:t>
            </a:r>
            <a:endParaRPr b="0" i="0" sz="66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1" name="Google Shape;461;p54"/>
          <p:cNvSpPr txBox="1"/>
          <p:nvPr/>
        </p:nvSpPr>
        <p:spPr>
          <a:xfrm>
            <a:off x="3310048" y="1459700"/>
            <a:ext cx="5571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pt-BR" sz="32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Nota para passar no exame</a:t>
            </a:r>
            <a:endParaRPr b="1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54"/>
          <p:cNvSpPr txBox="1"/>
          <p:nvPr/>
        </p:nvSpPr>
        <p:spPr>
          <a:xfrm>
            <a:off x="3204268" y="3433970"/>
            <a:ext cx="17871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pt-BR" sz="40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700</a:t>
            </a:r>
            <a:endParaRPr b="0" i="0" sz="48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3" name="Google Shape;463;p54"/>
          <p:cNvSpPr txBox="1"/>
          <p:nvPr/>
        </p:nvSpPr>
        <p:spPr>
          <a:xfrm>
            <a:off x="3061749" y="2981391"/>
            <a:ext cx="1787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0 - 1000</a:t>
            </a:r>
            <a:endParaRPr b="0" i="0" sz="36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Placa azul com letras brancas em fundo preto&#10;&#10;Descrição gerada automaticamente" id="464" name="Google Shape;464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586" y="2786733"/>
            <a:ext cx="2201363" cy="2201363"/>
          </a:xfrm>
          <a:prstGeom prst="rect">
            <a:avLst/>
          </a:prstGeom>
          <a:noFill/>
          <a:ln>
            <a:noFill/>
          </a:ln>
        </p:spPr>
      </p:pic>
      <p:pic>
        <p:nvPicPr>
          <p:cNvPr id="465" name="Google Shape;465;p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86377" y="2838411"/>
            <a:ext cx="6963747" cy="18290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55"/>
          <p:cNvSpPr txBox="1"/>
          <p:nvPr/>
        </p:nvSpPr>
        <p:spPr>
          <a:xfrm>
            <a:off x="1062192" y="1836680"/>
            <a:ext cx="3421625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pt-BR" sz="4000" u="none" cap="none" strike="noStrike">
                <a:solidFill>
                  <a:srgbClr val="706C6A"/>
                </a:solidFill>
                <a:latin typeface="Montserrat"/>
                <a:ea typeface="Montserrat"/>
                <a:cs typeface="Montserrat"/>
                <a:sym typeface="Montserrat"/>
              </a:rPr>
              <a:t>Idioma</a:t>
            </a:r>
            <a:endParaRPr b="0" i="0" sz="4800" u="none" cap="none" strike="noStrike">
              <a:solidFill>
                <a:srgbClr val="706C6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1" name="Google Shape;471;p55"/>
          <p:cNvSpPr txBox="1"/>
          <p:nvPr/>
        </p:nvSpPr>
        <p:spPr>
          <a:xfrm>
            <a:off x="6971071" y="1813094"/>
            <a:ext cx="3421625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pt-BR" sz="4000" u="none" cap="none" strike="noStrike">
                <a:solidFill>
                  <a:srgbClr val="706C6A"/>
                </a:solidFill>
                <a:latin typeface="Montserrat"/>
                <a:ea typeface="Montserrat"/>
                <a:cs typeface="Montserrat"/>
                <a:sym typeface="Montserrat"/>
              </a:rPr>
              <a:t>Local</a:t>
            </a:r>
            <a:endParaRPr b="0" i="0" sz="4800" u="none" cap="none" strike="noStrike">
              <a:solidFill>
                <a:srgbClr val="706C6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2" name="Google Shape;472;p55"/>
          <p:cNvSpPr txBox="1"/>
          <p:nvPr/>
        </p:nvSpPr>
        <p:spPr>
          <a:xfrm>
            <a:off x="2841523" y="847250"/>
            <a:ext cx="6027174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pt-BR" sz="54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Sobre a Prova</a:t>
            </a:r>
            <a:endParaRPr b="0" i="0" sz="66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Bandeiras Do Brasil Png Transparent Images Free – Free PNG Images Vector,  PSD, Clipart, Templates" id="473" name="Google Shape;473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17560" y="3474572"/>
            <a:ext cx="2447926" cy="14811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sa: vetores de stock, imagens vetoriais, desenhos gráficos | Depositphotos" id="474" name="Google Shape;474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12322" y="3396317"/>
            <a:ext cx="2154801" cy="1637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75" name="Google Shape;475;p5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05949" y="3328394"/>
            <a:ext cx="1773494" cy="17734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4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Personalizada 1">
      <a:dk1>
        <a:srgbClr val="000000"/>
      </a:dk1>
      <a:lt1>
        <a:srgbClr val="FFFFFF"/>
      </a:lt1>
      <a:dk2>
        <a:srgbClr val="2D3847"/>
      </a:dk2>
      <a:lt2>
        <a:srgbClr val="E7E6E6"/>
      </a:lt2>
      <a:accent1>
        <a:srgbClr val="00188F"/>
      </a:accent1>
      <a:accent2>
        <a:srgbClr val="2114AA"/>
      </a:accent2>
      <a:accent3>
        <a:srgbClr val="1F15D2"/>
      </a:accent3>
      <a:accent4>
        <a:srgbClr val="7649E0"/>
      </a:accent4>
      <a:accent5>
        <a:srgbClr val="5C35B2"/>
      </a:accent5>
      <a:accent6>
        <a:srgbClr val="F650F8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