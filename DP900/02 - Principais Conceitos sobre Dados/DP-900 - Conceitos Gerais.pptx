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12192000"/>
  <p:notesSz cx="6858000" cy="9144000"/>
  <p:embeddedFontLst>
    <p:embeddedFont>
      <p:font typeface="Montserrat"/>
      <p:regular r:id="rId33"/>
      <p:bold r:id="rId34"/>
      <p:italic r:id="rId35"/>
      <p:boldItalic r:id="rId36"/>
    </p:embeddedFont>
    <p:embeddedFont>
      <p:font typeface="Open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A96EBD-49E2-4B2D-BD28-748F7BCC990A}">
  <a:tblStyle styleId="{EDA96EBD-49E2-4B2D-BD28-748F7BCC990A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7EE"/>
          </a:solidFill>
        </a:fill>
      </a:tcStyle>
    </a:wholeTbl>
    <a:band1H>
      <a:tcTxStyle b="off" i="off"/>
      <a:tcStyle>
        <a:fill>
          <a:solidFill>
            <a:srgbClr val="CACBDB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CBDB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Montserrat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Montserrat-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-bold.fntdata"/><Relationship Id="rId15" Type="http://schemas.openxmlformats.org/officeDocument/2006/relationships/slide" Target="slides/slide10.xml"/><Relationship Id="rId37" Type="http://schemas.openxmlformats.org/officeDocument/2006/relationships/font" Target="fonts/OpenSans-regular.fntdata"/><Relationship Id="rId14" Type="http://schemas.openxmlformats.org/officeDocument/2006/relationships/slide" Target="slides/slide9.xml"/><Relationship Id="rId36" Type="http://schemas.openxmlformats.org/officeDocument/2006/relationships/font" Target="fonts/Montserrat-boldItalic.fntdata"/><Relationship Id="rId17" Type="http://schemas.openxmlformats.org/officeDocument/2006/relationships/slide" Target="slides/slide12.xml"/><Relationship Id="rId39" Type="http://schemas.openxmlformats.org/officeDocument/2006/relationships/font" Target="fonts/OpenSans-italic.fntdata"/><Relationship Id="rId16" Type="http://schemas.openxmlformats.org/officeDocument/2006/relationships/slide" Target="slides/slide11.xml"/><Relationship Id="rId38" Type="http://schemas.openxmlformats.org/officeDocument/2006/relationships/font" Target="fonts/OpenSa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2" name="Google Shape;42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5" name="Google Shape;43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7" name="Google Shape;44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4" name="Google Shape;46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7" name="Google Shape;48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3" name="Google Shape;51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2" name="Google Shape;54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5" name="Google Shape;57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Custom Layout">
  <p:cSld name="33_Custom Layou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>
  <p:cSld name="3_Title Slid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>
              <a:alpha val="26666"/>
            </a:srgbClr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7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7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7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7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>
              <a:alpha val="20000"/>
            </a:srgbClr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/>
          <p:nvPr>
            <p:ph idx="2" type="pic"/>
          </p:nvPr>
        </p:nvSpPr>
        <p:spPr>
          <a:xfrm>
            <a:off x="5787047" y="514350"/>
            <a:ext cx="6404953" cy="560835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/>
          <p:nvPr>
            <p:ph idx="2" type="pic"/>
          </p:nvPr>
        </p:nvSpPr>
        <p:spPr>
          <a:xfrm>
            <a:off x="0" y="2933700"/>
            <a:ext cx="6076950" cy="3924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/>
          <p:nvPr>
            <p:ph idx="2" type="pic"/>
          </p:nvPr>
        </p:nvSpPr>
        <p:spPr>
          <a:xfrm>
            <a:off x="4064001" y="1190626"/>
            <a:ext cx="4064000" cy="447675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04800" rotWithShape="0" algn="ctr">
              <a:srgbClr val="000000">
                <a:alpha val="20784"/>
              </a:srgbClr>
            </a:outerShdw>
          </a:effectLst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/>
          <p:nvPr/>
        </p:nvSpPr>
        <p:spPr>
          <a:xfrm>
            <a:off x="8794982" y="6304845"/>
            <a:ext cx="3397018" cy="260266"/>
          </a:xfrm>
          <a:custGeom>
            <a:rect b="b" l="l" r="r" t="t"/>
            <a:pathLst>
              <a:path extrusionOk="0" h="260266" w="3397018">
                <a:moveTo>
                  <a:pt x="203200" y="0"/>
                </a:moveTo>
                <a:lnTo>
                  <a:pt x="3397018" y="5745"/>
                </a:lnTo>
                <a:lnTo>
                  <a:pt x="3397018" y="260266"/>
                </a:lnTo>
                <a:lnTo>
                  <a:pt x="0" y="260266"/>
                </a:lnTo>
                <a:lnTo>
                  <a:pt x="20320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139700" rotWithShape="0" algn="t" dir="5400000" dist="25400">
              <a:srgbClr val="000000">
                <a:alpha val="1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" name="Google Shape;36;p12"/>
          <p:cNvGrpSpPr/>
          <p:nvPr/>
        </p:nvGrpSpPr>
        <p:grpSpPr>
          <a:xfrm>
            <a:off x="11382986" y="6368578"/>
            <a:ext cx="498149" cy="125003"/>
            <a:chOff x="11013281" y="6450762"/>
            <a:chExt cx="672285" cy="168699"/>
          </a:xfrm>
        </p:grpSpPr>
        <p:sp>
          <p:nvSpPr>
            <p:cNvPr id="37" name="Google Shape;37;p12"/>
            <p:cNvSpPr/>
            <p:nvPr/>
          </p:nvSpPr>
          <p:spPr>
            <a:xfrm>
              <a:off x="11514784" y="6450762"/>
              <a:ext cx="170782" cy="168699"/>
            </a:xfrm>
            <a:custGeom>
              <a:rect b="b" l="l" r="r" t="t"/>
              <a:pathLst>
                <a:path extrusionOk="0" h="471" w="479">
                  <a:moveTo>
                    <a:pt x="212" y="169"/>
                  </a:moveTo>
                  <a:lnTo>
                    <a:pt x="212" y="169"/>
                  </a:lnTo>
                  <a:cubicBezTo>
                    <a:pt x="212" y="142"/>
                    <a:pt x="203" y="142"/>
                    <a:pt x="185" y="142"/>
                  </a:cubicBezTo>
                  <a:cubicBezTo>
                    <a:pt x="185" y="142"/>
                    <a:pt x="185" y="142"/>
                    <a:pt x="177" y="142"/>
                  </a:cubicBezTo>
                  <a:cubicBezTo>
                    <a:pt x="177" y="142"/>
                    <a:pt x="168" y="151"/>
                    <a:pt x="168" y="160"/>
                  </a:cubicBezTo>
                  <a:cubicBezTo>
                    <a:pt x="159" y="160"/>
                    <a:pt x="159" y="169"/>
                    <a:pt x="168" y="187"/>
                  </a:cubicBezTo>
                  <a:cubicBezTo>
                    <a:pt x="168" y="195"/>
                    <a:pt x="185" y="213"/>
                    <a:pt x="194" y="213"/>
                  </a:cubicBezTo>
                  <a:cubicBezTo>
                    <a:pt x="194" y="213"/>
                    <a:pt x="194" y="213"/>
                    <a:pt x="203" y="213"/>
                  </a:cubicBezTo>
                  <a:cubicBezTo>
                    <a:pt x="212" y="204"/>
                    <a:pt x="221" y="187"/>
                    <a:pt x="212" y="169"/>
                  </a:cubicBezTo>
                  <a:close/>
                  <a:moveTo>
                    <a:pt x="238" y="0"/>
                  </a:moveTo>
                  <a:lnTo>
                    <a:pt x="238" y="0"/>
                  </a:lnTo>
                  <a:cubicBezTo>
                    <a:pt x="106" y="0"/>
                    <a:pt x="0" y="107"/>
                    <a:pt x="0" y="231"/>
                  </a:cubicBezTo>
                  <a:cubicBezTo>
                    <a:pt x="0" y="363"/>
                    <a:pt x="106" y="470"/>
                    <a:pt x="238" y="470"/>
                  </a:cubicBezTo>
                  <a:cubicBezTo>
                    <a:pt x="372" y="470"/>
                    <a:pt x="478" y="363"/>
                    <a:pt x="478" y="231"/>
                  </a:cubicBezTo>
                  <a:cubicBezTo>
                    <a:pt x="478" y="107"/>
                    <a:pt x="372" y="0"/>
                    <a:pt x="238" y="0"/>
                  </a:cubicBezTo>
                  <a:close/>
                  <a:moveTo>
                    <a:pt x="221" y="338"/>
                  </a:moveTo>
                  <a:lnTo>
                    <a:pt x="221" y="338"/>
                  </a:lnTo>
                  <a:cubicBezTo>
                    <a:pt x="212" y="346"/>
                    <a:pt x="194" y="346"/>
                    <a:pt x="185" y="346"/>
                  </a:cubicBezTo>
                  <a:cubicBezTo>
                    <a:pt x="177" y="346"/>
                    <a:pt x="124" y="346"/>
                    <a:pt x="124" y="301"/>
                  </a:cubicBezTo>
                  <a:cubicBezTo>
                    <a:pt x="124" y="257"/>
                    <a:pt x="177" y="248"/>
                    <a:pt x="194" y="248"/>
                  </a:cubicBezTo>
                  <a:cubicBezTo>
                    <a:pt x="185" y="240"/>
                    <a:pt x="185" y="231"/>
                    <a:pt x="185" y="231"/>
                  </a:cubicBezTo>
                  <a:cubicBezTo>
                    <a:pt x="177" y="231"/>
                    <a:pt x="168" y="222"/>
                    <a:pt x="159" y="222"/>
                  </a:cubicBezTo>
                  <a:cubicBezTo>
                    <a:pt x="141" y="213"/>
                    <a:pt x="141" y="195"/>
                    <a:pt x="141" y="178"/>
                  </a:cubicBezTo>
                  <a:cubicBezTo>
                    <a:pt x="141" y="125"/>
                    <a:pt x="194" y="125"/>
                    <a:pt x="194" y="125"/>
                  </a:cubicBezTo>
                  <a:cubicBezTo>
                    <a:pt x="256" y="125"/>
                    <a:pt x="256" y="125"/>
                    <a:pt x="256" y="125"/>
                  </a:cubicBezTo>
                  <a:cubicBezTo>
                    <a:pt x="256" y="134"/>
                    <a:pt x="238" y="134"/>
                    <a:pt x="238" y="134"/>
                  </a:cubicBezTo>
                  <a:cubicBezTo>
                    <a:pt x="230" y="134"/>
                    <a:pt x="230" y="134"/>
                    <a:pt x="221" y="134"/>
                  </a:cubicBezTo>
                  <a:cubicBezTo>
                    <a:pt x="238" y="142"/>
                    <a:pt x="238" y="160"/>
                    <a:pt x="238" y="178"/>
                  </a:cubicBezTo>
                  <a:cubicBezTo>
                    <a:pt x="238" y="195"/>
                    <a:pt x="230" y="204"/>
                    <a:pt x="230" y="213"/>
                  </a:cubicBezTo>
                  <a:cubicBezTo>
                    <a:pt x="221" y="222"/>
                    <a:pt x="212" y="222"/>
                    <a:pt x="212" y="231"/>
                  </a:cubicBezTo>
                  <a:cubicBezTo>
                    <a:pt x="212" y="231"/>
                    <a:pt x="221" y="240"/>
                    <a:pt x="230" y="240"/>
                  </a:cubicBezTo>
                  <a:cubicBezTo>
                    <a:pt x="238" y="248"/>
                    <a:pt x="256" y="266"/>
                    <a:pt x="256" y="284"/>
                  </a:cubicBezTo>
                  <a:cubicBezTo>
                    <a:pt x="256" y="310"/>
                    <a:pt x="247" y="328"/>
                    <a:pt x="221" y="338"/>
                  </a:cubicBezTo>
                  <a:close/>
                  <a:moveTo>
                    <a:pt x="354" y="231"/>
                  </a:moveTo>
                  <a:lnTo>
                    <a:pt x="354" y="231"/>
                  </a:lnTo>
                  <a:cubicBezTo>
                    <a:pt x="310" y="231"/>
                    <a:pt x="310" y="231"/>
                    <a:pt x="310" y="231"/>
                  </a:cubicBezTo>
                  <a:cubicBezTo>
                    <a:pt x="310" y="275"/>
                    <a:pt x="310" y="275"/>
                    <a:pt x="310" y="275"/>
                  </a:cubicBezTo>
                  <a:cubicBezTo>
                    <a:pt x="291" y="275"/>
                    <a:pt x="291" y="275"/>
                    <a:pt x="291" y="275"/>
                  </a:cubicBezTo>
                  <a:cubicBezTo>
                    <a:pt x="291" y="231"/>
                    <a:pt x="291" y="231"/>
                    <a:pt x="291" y="231"/>
                  </a:cubicBezTo>
                  <a:cubicBezTo>
                    <a:pt x="256" y="231"/>
                    <a:pt x="256" y="231"/>
                    <a:pt x="256" y="231"/>
                  </a:cubicBezTo>
                  <a:cubicBezTo>
                    <a:pt x="256" y="213"/>
                    <a:pt x="256" y="213"/>
                    <a:pt x="256" y="213"/>
                  </a:cubicBezTo>
                  <a:cubicBezTo>
                    <a:pt x="291" y="213"/>
                    <a:pt x="291" y="213"/>
                    <a:pt x="291" y="213"/>
                  </a:cubicBezTo>
                  <a:cubicBezTo>
                    <a:pt x="291" y="169"/>
                    <a:pt x="291" y="169"/>
                    <a:pt x="291" y="169"/>
                  </a:cubicBezTo>
                  <a:cubicBezTo>
                    <a:pt x="310" y="169"/>
                    <a:pt x="310" y="169"/>
                    <a:pt x="310" y="169"/>
                  </a:cubicBezTo>
                  <a:cubicBezTo>
                    <a:pt x="310" y="213"/>
                    <a:pt x="310" y="213"/>
                    <a:pt x="310" y="213"/>
                  </a:cubicBezTo>
                  <a:cubicBezTo>
                    <a:pt x="354" y="213"/>
                    <a:pt x="354" y="213"/>
                    <a:pt x="354" y="213"/>
                  </a:cubicBezTo>
                  <a:lnTo>
                    <a:pt x="354" y="231"/>
                  </a:lnTo>
                  <a:close/>
                  <a:moveTo>
                    <a:pt x="194" y="266"/>
                  </a:moveTo>
                  <a:lnTo>
                    <a:pt x="194" y="266"/>
                  </a:lnTo>
                  <a:cubicBezTo>
                    <a:pt x="177" y="266"/>
                    <a:pt x="168" y="266"/>
                    <a:pt x="159" y="275"/>
                  </a:cubicBezTo>
                  <a:cubicBezTo>
                    <a:pt x="159" y="284"/>
                    <a:pt x="150" y="293"/>
                    <a:pt x="150" y="301"/>
                  </a:cubicBezTo>
                  <a:cubicBezTo>
                    <a:pt x="150" y="319"/>
                    <a:pt x="168" y="328"/>
                    <a:pt x="194" y="328"/>
                  </a:cubicBezTo>
                  <a:cubicBezTo>
                    <a:pt x="221" y="319"/>
                    <a:pt x="230" y="310"/>
                    <a:pt x="230" y="293"/>
                  </a:cubicBezTo>
                  <a:cubicBezTo>
                    <a:pt x="230" y="275"/>
                    <a:pt x="212" y="266"/>
                    <a:pt x="194" y="2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12"/>
            <p:cNvSpPr/>
            <p:nvPr/>
          </p:nvSpPr>
          <p:spPr>
            <a:xfrm>
              <a:off x="11264553" y="6450762"/>
              <a:ext cx="170782" cy="168699"/>
            </a:xfrm>
            <a:custGeom>
              <a:rect b="b" l="l" r="r" t="t"/>
              <a:pathLst>
                <a:path extrusionOk="0" h="471" w="479">
                  <a:moveTo>
                    <a:pt x="240" y="0"/>
                  </a:moveTo>
                  <a:lnTo>
                    <a:pt x="240" y="0"/>
                  </a:lnTo>
                  <a:cubicBezTo>
                    <a:pt x="106" y="0"/>
                    <a:pt x="0" y="107"/>
                    <a:pt x="0" y="231"/>
                  </a:cubicBezTo>
                  <a:cubicBezTo>
                    <a:pt x="0" y="363"/>
                    <a:pt x="106" y="470"/>
                    <a:pt x="240" y="470"/>
                  </a:cubicBezTo>
                  <a:cubicBezTo>
                    <a:pt x="372" y="470"/>
                    <a:pt x="478" y="363"/>
                    <a:pt x="478" y="231"/>
                  </a:cubicBezTo>
                  <a:cubicBezTo>
                    <a:pt x="478" y="107"/>
                    <a:pt x="372" y="0"/>
                    <a:pt x="240" y="0"/>
                  </a:cubicBezTo>
                  <a:close/>
                  <a:moveTo>
                    <a:pt x="293" y="160"/>
                  </a:moveTo>
                  <a:lnTo>
                    <a:pt x="293" y="160"/>
                  </a:lnTo>
                  <a:cubicBezTo>
                    <a:pt x="257" y="160"/>
                    <a:pt x="257" y="160"/>
                    <a:pt x="257" y="160"/>
                  </a:cubicBezTo>
                  <a:cubicBezTo>
                    <a:pt x="257" y="160"/>
                    <a:pt x="249" y="169"/>
                    <a:pt x="249" y="178"/>
                  </a:cubicBezTo>
                  <a:cubicBezTo>
                    <a:pt x="249" y="195"/>
                    <a:pt x="249" y="195"/>
                    <a:pt x="249" y="195"/>
                  </a:cubicBezTo>
                  <a:cubicBezTo>
                    <a:pt x="293" y="195"/>
                    <a:pt x="293" y="195"/>
                    <a:pt x="293" y="195"/>
                  </a:cubicBezTo>
                  <a:cubicBezTo>
                    <a:pt x="293" y="240"/>
                    <a:pt x="293" y="240"/>
                    <a:pt x="293" y="240"/>
                  </a:cubicBezTo>
                  <a:cubicBezTo>
                    <a:pt x="249" y="240"/>
                    <a:pt x="249" y="240"/>
                    <a:pt x="249" y="240"/>
                  </a:cubicBezTo>
                  <a:cubicBezTo>
                    <a:pt x="249" y="346"/>
                    <a:pt x="249" y="346"/>
                    <a:pt x="249" y="346"/>
                  </a:cubicBezTo>
                  <a:cubicBezTo>
                    <a:pt x="213" y="346"/>
                    <a:pt x="213" y="346"/>
                    <a:pt x="213" y="346"/>
                  </a:cubicBezTo>
                  <a:cubicBezTo>
                    <a:pt x="213" y="240"/>
                    <a:pt x="213" y="240"/>
                    <a:pt x="213" y="240"/>
                  </a:cubicBezTo>
                  <a:cubicBezTo>
                    <a:pt x="169" y="240"/>
                    <a:pt x="169" y="240"/>
                    <a:pt x="169" y="240"/>
                  </a:cubicBezTo>
                  <a:cubicBezTo>
                    <a:pt x="169" y="195"/>
                    <a:pt x="169" y="195"/>
                    <a:pt x="169" y="195"/>
                  </a:cubicBezTo>
                  <a:cubicBezTo>
                    <a:pt x="213" y="195"/>
                    <a:pt x="213" y="195"/>
                    <a:pt x="213" y="195"/>
                  </a:cubicBezTo>
                  <a:cubicBezTo>
                    <a:pt x="213" y="178"/>
                    <a:pt x="213" y="178"/>
                    <a:pt x="213" y="178"/>
                  </a:cubicBezTo>
                  <a:cubicBezTo>
                    <a:pt x="213" y="151"/>
                    <a:pt x="230" y="125"/>
                    <a:pt x="257" y="125"/>
                  </a:cubicBezTo>
                  <a:cubicBezTo>
                    <a:pt x="293" y="125"/>
                    <a:pt x="293" y="125"/>
                    <a:pt x="293" y="125"/>
                  </a:cubicBezTo>
                  <a:lnTo>
                    <a:pt x="293" y="1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12"/>
            <p:cNvSpPr/>
            <p:nvPr/>
          </p:nvSpPr>
          <p:spPr>
            <a:xfrm>
              <a:off x="11013281" y="6450762"/>
              <a:ext cx="171823" cy="168699"/>
            </a:xfrm>
            <a:custGeom>
              <a:rect b="b" l="l" r="r" t="t"/>
              <a:pathLst>
                <a:path extrusionOk="0" h="471" w="480">
                  <a:moveTo>
                    <a:pt x="239" y="0"/>
                  </a:moveTo>
                  <a:lnTo>
                    <a:pt x="239" y="0"/>
                  </a:lnTo>
                  <a:cubicBezTo>
                    <a:pt x="107" y="0"/>
                    <a:pt x="0" y="107"/>
                    <a:pt x="0" y="231"/>
                  </a:cubicBezTo>
                  <a:cubicBezTo>
                    <a:pt x="0" y="363"/>
                    <a:pt x="107" y="470"/>
                    <a:pt x="239" y="470"/>
                  </a:cubicBezTo>
                  <a:cubicBezTo>
                    <a:pt x="372" y="470"/>
                    <a:pt x="479" y="363"/>
                    <a:pt x="479" y="231"/>
                  </a:cubicBezTo>
                  <a:cubicBezTo>
                    <a:pt x="479" y="107"/>
                    <a:pt x="372" y="0"/>
                    <a:pt x="239" y="0"/>
                  </a:cubicBezTo>
                  <a:close/>
                  <a:moveTo>
                    <a:pt x="337" y="195"/>
                  </a:moveTo>
                  <a:lnTo>
                    <a:pt x="337" y="195"/>
                  </a:lnTo>
                  <a:cubicBezTo>
                    <a:pt x="337" y="257"/>
                    <a:pt x="292" y="328"/>
                    <a:pt x="204" y="328"/>
                  </a:cubicBezTo>
                  <a:cubicBezTo>
                    <a:pt x="178" y="328"/>
                    <a:pt x="151" y="319"/>
                    <a:pt x="133" y="310"/>
                  </a:cubicBezTo>
                  <a:lnTo>
                    <a:pt x="142" y="310"/>
                  </a:lnTo>
                  <a:cubicBezTo>
                    <a:pt x="160" y="310"/>
                    <a:pt x="186" y="301"/>
                    <a:pt x="204" y="293"/>
                  </a:cubicBezTo>
                  <a:cubicBezTo>
                    <a:pt x="178" y="293"/>
                    <a:pt x="160" y="275"/>
                    <a:pt x="160" y="257"/>
                  </a:cubicBezTo>
                  <a:cubicBezTo>
                    <a:pt x="160" y="257"/>
                    <a:pt x="160" y="257"/>
                    <a:pt x="169" y="257"/>
                  </a:cubicBezTo>
                  <a:lnTo>
                    <a:pt x="178" y="257"/>
                  </a:lnTo>
                  <a:cubicBezTo>
                    <a:pt x="160" y="248"/>
                    <a:pt x="142" y="231"/>
                    <a:pt x="142" y="213"/>
                  </a:cubicBezTo>
                  <a:cubicBezTo>
                    <a:pt x="142" y="213"/>
                    <a:pt x="151" y="213"/>
                    <a:pt x="160" y="213"/>
                  </a:cubicBezTo>
                  <a:cubicBezTo>
                    <a:pt x="151" y="204"/>
                    <a:pt x="142" y="195"/>
                    <a:pt x="142" y="178"/>
                  </a:cubicBezTo>
                  <a:cubicBezTo>
                    <a:pt x="142" y="169"/>
                    <a:pt x="142" y="160"/>
                    <a:pt x="151" y="151"/>
                  </a:cubicBezTo>
                  <a:cubicBezTo>
                    <a:pt x="169" y="178"/>
                    <a:pt x="204" y="204"/>
                    <a:pt x="239" y="204"/>
                  </a:cubicBezTo>
                  <a:cubicBezTo>
                    <a:pt x="239" y="195"/>
                    <a:pt x="239" y="195"/>
                    <a:pt x="239" y="195"/>
                  </a:cubicBezTo>
                  <a:cubicBezTo>
                    <a:pt x="239" y="169"/>
                    <a:pt x="266" y="142"/>
                    <a:pt x="292" y="142"/>
                  </a:cubicBezTo>
                  <a:cubicBezTo>
                    <a:pt x="301" y="142"/>
                    <a:pt x="319" y="151"/>
                    <a:pt x="319" y="160"/>
                  </a:cubicBezTo>
                  <a:cubicBezTo>
                    <a:pt x="337" y="160"/>
                    <a:pt x="346" y="151"/>
                    <a:pt x="355" y="151"/>
                  </a:cubicBezTo>
                  <a:cubicBezTo>
                    <a:pt x="346" y="160"/>
                    <a:pt x="346" y="169"/>
                    <a:pt x="337" y="178"/>
                  </a:cubicBezTo>
                  <a:cubicBezTo>
                    <a:pt x="346" y="178"/>
                    <a:pt x="355" y="169"/>
                    <a:pt x="364" y="169"/>
                  </a:cubicBezTo>
                  <a:cubicBezTo>
                    <a:pt x="355" y="178"/>
                    <a:pt x="346" y="187"/>
                    <a:pt x="337" y="1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" name="Google Shape;40;p12"/>
          <p:cNvSpPr txBox="1"/>
          <p:nvPr/>
        </p:nvSpPr>
        <p:spPr>
          <a:xfrm>
            <a:off x="9068373" y="6316167"/>
            <a:ext cx="2255743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Copyright © AeroTech. All rights.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2"/>
          <p:cNvSpPr txBox="1"/>
          <p:nvPr/>
        </p:nvSpPr>
        <p:spPr>
          <a:xfrm>
            <a:off x="593878" y="6311195"/>
            <a:ext cx="2358872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www.yourwebsite.com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/>
          <p:nvPr>
            <p:ph idx="2" type="pic"/>
          </p:nvPr>
        </p:nvSpPr>
        <p:spPr>
          <a:xfrm>
            <a:off x="0" y="2846601"/>
            <a:ext cx="12192000" cy="40113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4"/>
          <p:cNvSpPr/>
          <p:nvPr>
            <p:ph idx="2" type="pic"/>
          </p:nvPr>
        </p:nvSpPr>
        <p:spPr>
          <a:xfrm>
            <a:off x="4667250" y="1028701"/>
            <a:ext cx="6629400" cy="4800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/>
          <p:nvPr>
            <p:ph idx="2" type="pic"/>
          </p:nvPr>
        </p:nvSpPr>
        <p:spPr>
          <a:xfrm>
            <a:off x="0" y="-666846"/>
            <a:ext cx="6743700" cy="683904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/>
          <p:nvPr>
            <p:ph idx="2" type="pic"/>
          </p:nvPr>
        </p:nvSpPr>
        <p:spPr>
          <a:xfrm>
            <a:off x="5448300" y="-666846"/>
            <a:ext cx="6743700" cy="683904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7"/>
          <p:cNvSpPr/>
          <p:nvPr>
            <p:ph idx="2" type="pic"/>
          </p:nvPr>
        </p:nvSpPr>
        <p:spPr>
          <a:xfrm>
            <a:off x="0" y="1008138"/>
            <a:ext cx="12192000" cy="4969289"/>
          </a:xfrm>
          <a:prstGeom prst="rect">
            <a:avLst/>
          </a:prstGeom>
          <a:solidFill>
            <a:srgbClr val="F2F2F2">
              <a:alpha val="20000"/>
            </a:srgbClr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0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/>
          <p:nvPr/>
        </p:nvSpPr>
        <p:spPr>
          <a:xfrm>
            <a:off x="8794982" y="6304845"/>
            <a:ext cx="3397018" cy="260266"/>
          </a:xfrm>
          <a:custGeom>
            <a:rect b="b" l="l" r="r" t="t"/>
            <a:pathLst>
              <a:path extrusionOk="0" h="260266" w="3397018">
                <a:moveTo>
                  <a:pt x="203200" y="0"/>
                </a:moveTo>
                <a:lnTo>
                  <a:pt x="3397018" y="5745"/>
                </a:lnTo>
                <a:lnTo>
                  <a:pt x="3397018" y="260266"/>
                </a:lnTo>
                <a:lnTo>
                  <a:pt x="0" y="260266"/>
                </a:lnTo>
                <a:lnTo>
                  <a:pt x="20320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139700" rotWithShape="0" algn="t" dir="5400000" dist="25400">
              <a:srgbClr val="000000">
                <a:alpha val="1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8"/>
          <p:cNvSpPr txBox="1"/>
          <p:nvPr/>
        </p:nvSpPr>
        <p:spPr>
          <a:xfrm flipH="1">
            <a:off x="9442630" y="178589"/>
            <a:ext cx="243850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fld id="{00000000-1234-1234-1234-123412341234}" type="slidenum">
              <a:rPr b="1" i="0" lang="pt-BR" sz="6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1" i="0" sz="287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6" name="Google Shape;56;p18"/>
          <p:cNvGrpSpPr/>
          <p:nvPr/>
        </p:nvGrpSpPr>
        <p:grpSpPr>
          <a:xfrm>
            <a:off x="11382986" y="6368578"/>
            <a:ext cx="498149" cy="125003"/>
            <a:chOff x="11013281" y="6450762"/>
            <a:chExt cx="672285" cy="168699"/>
          </a:xfrm>
        </p:grpSpPr>
        <p:sp>
          <p:nvSpPr>
            <p:cNvPr id="57" name="Google Shape;57;p18"/>
            <p:cNvSpPr/>
            <p:nvPr/>
          </p:nvSpPr>
          <p:spPr>
            <a:xfrm>
              <a:off x="11514784" y="6450762"/>
              <a:ext cx="170782" cy="168699"/>
            </a:xfrm>
            <a:custGeom>
              <a:rect b="b" l="l" r="r" t="t"/>
              <a:pathLst>
                <a:path extrusionOk="0" h="471" w="479">
                  <a:moveTo>
                    <a:pt x="212" y="169"/>
                  </a:moveTo>
                  <a:lnTo>
                    <a:pt x="212" y="169"/>
                  </a:lnTo>
                  <a:cubicBezTo>
                    <a:pt x="212" y="142"/>
                    <a:pt x="203" y="142"/>
                    <a:pt x="185" y="142"/>
                  </a:cubicBezTo>
                  <a:cubicBezTo>
                    <a:pt x="185" y="142"/>
                    <a:pt x="185" y="142"/>
                    <a:pt x="177" y="142"/>
                  </a:cubicBezTo>
                  <a:cubicBezTo>
                    <a:pt x="177" y="142"/>
                    <a:pt x="168" y="151"/>
                    <a:pt x="168" y="160"/>
                  </a:cubicBezTo>
                  <a:cubicBezTo>
                    <a:pt x="159" y="160"/>
                    <a:pt x="159" y="169"/>
                    <a:pt x="168" y="187"/>
                  </a:cubicBezTo>
                  <a:cubicBezTo>
                    <a:pt x="168" y="195"/>
                    <a:pt x="185" y="213"/>
                    <a:pt x="194" y="213"/>
                  </a:cubicBezTo>
                  <a:cubicBezTo>
                    <a:pt x="194" y="213"/>
                    <a:pt x="194" y="213"/>
                    <a:pt x="203" y="213"/>
                  </a:cubicBezTo>
                  <a:cubicBezTo>
                    <a:pt x="212" y="204"/>
                    <a:pt x="221" y="187"/>
                    <a:pt x="212" y="169"/>
                  </a:cubicBezTo>
                  <a:close/>
                  <a:moveTo>
                    <a:pt x="238" y="0"/>
                  </a:moveTo>
                  <a:lnTo>
                    <a:pt x="238" y="0"/>
                  </a:lnTo>
                  <a:cubicBezTo>
                    <a:pt x="106" y="0"/>
                    <a:pt x="0" y="107"/>
                    <a:pt x="0" y="231"/>
                  </a:cubicBezTo>
                  <a:cubicBezTo>
                    <a:pt x="0" y="363"/>
                    <a:pt x="106" y="470"/>
                    <a:pt x="238" y="470"/>
                  </a:cubicBezTo>
                  <a:cubicBezTo>
                    <a:pt x="372" y="470"/>
                    <a:pt x="478" y="363"/>
                    <a:pt x="478" y="231"/>
                  </a:cubicBezTo>
                  <a:cubicBezTo>
                    <a:pt x="478" y="107"/>
                    <a:pt x="372" y="0"/>
                    <a:pt x="238" y="0"/>
                  </a:cubicBezTo>
                  <a:close/>
                  <a:moveTo>
                    <a:pt x="221" y="338"/>
                  </a:moveTo>
                  <a:lnTo>
                    <a:pt x="221" y="338"/>
                  </a:lnTo>
                  <a:cubicBezTo>
                    <a:pt x="212" y="346"/>
                    <a:pt x="194" y="346"/>
                    <a:pt x="185" y="346"/>
                  </a:cubicBezTo>
                  <a:cubicBezTo>
                    <a:pt x="177" y="346"/>
                    <a:pt x="124" y="346"/>
                    <a:pt x="124" y="301"/>
                  </a:cubicBezTo>
                  <a:cubicBezTo>
                    <a:pt x="124" y="257"/>
                    <a:pt x="177" y="248"/>
                    <a:pt x="194" y="248"/>
                  </a:cubicBezTo>
                  <a:cubicBezTo>
                    <a:pt x="185" y="240"/>
                    <a:pt x="185" y="231"/>
                    <a:pt x="185" y="231"/>
                  </a:cubicBezTo>
                  <a:cubicBezTo>
                    <a:pt x="177" y="231"/>
                    <a:pt x="168" y="222"/>
                    <a:pt x="159" y="222"/>
                  </a:cubicBezTo>
                  <a:cubicBezTo>
                    <a:pt x="141" y="213"/>
                    <a:pt x="141" y="195"/>
                    <a:pt x="141" y="178"/>
                  </a:cubicBezTo>
                  <a:cubicBezTo>
                    <a:pt x="141" y="125"/>
                    <a:pt x="194" y="125"/>
                    <a:pt x="194" y="125"/>
                  </a:cubicBezTo>
                  <a:cubicBezTo>
                    <a:pt x="256" y="125"/>
                    <a:pt x="256" y="125"/>
                    <a:pt x="256" y="125"/>
                  </a:cubicBezTo>
                  <a:cubicBezTo>
                    <a:pt x="256" y="134"/>
                    <a:pt x="238" y="134"/>
                    <a:pt x="238" y="134"/>
                  </a:cubicBezTo>
                  <a:cubicBezTo>
                    <a:pt x="230" y="134"/>
                    <a:pt x="230" y="134"/>
                    <a:pt x="221" y="134"/>
                  </a:cubicBezTo>
                  <a:cubicBezTo>
                    <a:pt x="238" y="142"/>
                    <a:pt x="238" y="160"/>
                    <a:pt x="238" y="178"/>
                  </a:cubicBezTo>
                  <a:cubicBezTo>
                    <a:pt x="238" y="195"/>
                    <a:pt x="230" y="204"/>
                    <a:pt x="230" y="213"/>
                  </a:cubicBezTo>
                  <a:cubicBezTo>
                    <a:pt x="221" y="222"/>
                    <a:pt x="212" y="222"/>
                    <a:pt x="212" y="231"/>
                  </a:cubicBezTo>
                  <a:cubicBezTo>
                    <a:pt x="212" y="231"/>
                    <a:pt x="221" y="240"/>
                    <a:pt x="230" y="240"/>
                  </a:cubicBezTo>
                  <a:cubicBezTo>
                    <a:pt x="238" y="248"/>
                    <a:pt x="256" y="266"/>
                    <a:pt x="256" y="284"/>
                  </a:cubicBezTo>
                  <a:cubicBezTo>
                    <a:pt x="256" y="310"/>
                    <a:pt x="247" y="328"/>
                    <a:pt x="221" y="338"/>
                  </a:cubicBezTo>
                  <a:close/>
                  <a:moveTo>
                    <a:pt x="354" y="231"/>
                  </a:moveTo>
                  <a:lnTo>
                    <a:pt x="354" y="231"/>
                  </a:lnTo>
                  <a:cubicBezTo>
                    <a:pt x="310" y="231"/>
                    <a:pt x="310" y="231"/>
                    <a:pt x="310" y="231"/>
                  </a:cubicBezTo>
                  <a:cubicBezTo>
                    <a:pt x="310" y="275"/>
                    <a:pt x="310" y="275"/>
                    <a:pt x="310" y="275"/>
                  </a:cubicBezTo>
                  <a:cubicBezTo>
                    <a:pt x="291" y="275"/>
                    <a:pt x="291" y="275"/>
                    <a:pt x="291" y="275"/>
                  </a:cubicBezTo>
                  <a:cubicBezTo>
                    <a:pt x="291" y="231"/>
                    <a:pt x="291" y="231"/>
                    <a:pt x="291" y="231"/>
                  </a:cubicBezTo>
                  <a:cubicBezTo>
                    <a:pt x="256" y="231"/>
                    <a:pt x="256" y="231"/>
                    <a:pt x="256" y="231"/>
                  </a:cubicBezTo>
                  <a:cubicBezTo>
                    <a:pt x="256" y="213"/>
                    <a:pt x="256" y="213"/>
                    <a:pt x="256" y="213"/>
                  </a:cubicBezTo>
                  <a:cubicBezTo>
                    <a:pt x="291" y="213"/>
                    <a:pt x="291" y="213"/>
                    <a:pt x="291" y="213"/>
                  </a:cubicBezTo>
                  <a:cubicBezTo>
                    <a:pt x="291" y="169"/>
                    <a:pt x="291" y="169"/>
                    <a:pt x="291" y="169"/>
                  </a:cubicBezTo>
                  <a:cubicBezTo>
                    <a:pt x="310" y="169"/>
                    <a:pt x="310" y="169"/>
                    <a:pt x="310" y="169"/>
                  </a:cubicBezTo>
                  <a:cubicBezTo>
                    <a:pt x="310" y="213"/>
                    <a:pt x="310" y="213"/>
                    <a:pt x="310" y="213"/>
                  </a:cubicBezTo>
                  <a:cubicBezTo>
                    <a:pt x="354" y="213"/>
                    <a:pt x="354" y="213"/>
                    <a:pt x="354" y="213"/>
                  </a:cubicBezTo>
                  <a:lnTo>
                    <a:pt x="354" y="231"/>
                  </a:lnTo>
                  <a:close/>
                  <a:moveTo>
                    <a:pt x="194" y="266"/>
                  </a:moveTo>
                  <a:lnTo>
                    <a:pt x="194" y="266"/>
                  </a:lnTo>
                  <a:cubicBezTo>
                    <a:pt x="177" y="266"/>
                    <a:pt x="168" y="266"/>
                    <a:pt x="159" y="275"/>
                  </a:cubicBezTo>
                  <a:cubicBezTo>
                    <a:pt x="159" y="284"/>
                    <a:pt x="150" y="293"/>
                    <a:pt x="150" y="301"/>
                  </a:cubicBezTo>
                  <a:cubicBezTo>
                    <a:pt x="150" y="319"/>
                    <a:pt x="168" y="328"/>
                    <a:pt x="194" y="328"/>
                  </a:cubicBezTo>
                  <a:cubicBezTo>
                    <a:pt x="221" y="319"/>
                    <a:pt x="230" y="310"/>
                    <a:pt x="230" y="293"/>
                  </a:cubicBezTo>
                  <a:cubicBezTo>
                    <a:pt x="230" y="275"/>
                    <a:pt x="212" y="266"/>
                    <a:pt x="194" y="2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18"/>
            <p:cNvSpPr/>
            <p:nvPr/>
          </p:nvSpPr>
          <p:spPr>
            <a:xfrm>
              <a:off x="11264553" y="6450762"/>
              <a:ext cx="170782" cy="168699"/>
            </a:xfrm>
            <a:custGeom>
              <a:rect b="b" l="l" r="r" t="t"/>
              <a:pathLst>
                <a:path extrusionOk="0" h="471" w="479">
                  <a:moveTo>
                    <a:pt x="240" y="0"/>
                  </a:moveTo>
                  <a:lnTo>
                    <a:pt x="240" y="0"/>
                  </a:lnTo>
                  <a:cubicBezTo>
                    <a:pt x="106" y="0"/>
                    <a:pt x="0" y="107"/>
                    <a:pt x="0" y="231"/>
                  </a:cubicBezTo>
                  <a:cubicBezTo>
                    <a:pt x="0" y="363"/>
                    <a:pt x="106" y="470"/>
                    <a:pt x="240" y="470"/>
                  </a:cubicBezTo>
                  <a:cubicBezTo>
                    <a:pt x="372" y="470"/>
                    <a:pt x="478" y="363"/>
                    <a:pt x="478" y="231"/>
                  </a:cubicBezTo>
                  <a:cubicBezTo>
                    <a:pt x="478" y="107"/>
                    <a:pt x="372" y="0"/>
                    <a:pt x="240" y="0"/>
                  </a:cubicBezTo>
                  <a:close/>
                  <a:moveTo>
                    <a:pt x="293" y="160"/>
                  </a:moveTo>
                  <a:lnTo>
                    <a:pt x="293" y="160"/>
                  </a:lnTo>
                  <a:cubicBezTo>
                    <a:pt x="257" y="160"/>
                    <a:pt x="257" y="160"/>
                    <a:pt x="257" y="160"/>
                  </a:cubicBezTo>
                  <a:cubicBezTo>
                    <a:pt x="257" y="160"/>
                    <a:pt x="249" y="169"/>
                    <a:pt x="249" y="178"/>
                  </a:cubicBezTo>
                  <a:cubicBezTo>
                    <a:pt x="249" y="195"/>
                    <a:pt x="249" y="195"/>
                    <a:pt x="249" y="195"/>
                  </a:cubicBezTo>
                  <a:cubicBezTo>
                    <a:pt x="293" y="195"/>
                    <a:pt x="293" y="195"/>
                    <a:pt x="293" y="195"/>
                  </a:cubicBezTo>
                  <a:cubicBezTo>
                    <a:pt x="293" y="240"/>
                    <a:pt x="293" y="240"/>
                    <a:pt x="293" y="240"/>
                  </a:cubicBezTo>
                  <a:cubicBezTo>
                    <a:pt x="249" y="240"/>
                    <a:pt x="249" y="240"/>
                    <a:pt x="249" y="240"/>
                  </a:cubicBezTo>
                  <a:cubicBezTo>
                    <a:pt x="249" y="346"/>
                    <a:pt x="249" y="346"/>
                    <a:pt x="249" y="346"/>
                  </a:cubicBezTo>
                  <a:cubicBezTo>
                    <a:pt x="213" y="346"/>
                    <a:pt x="213" y="346"/>
                    <a:pt x="213" y="346"/>
                  </a:cubicBezTo>
                  <a:cubicBezTo>
                    <a:pt x="213" y="240"/>
                    <a:pt x="213" y="240"/>
                    <a:pt x="213" y="240"/>
                  </a:cubicBezTo>
                  <a:cubicBezTo>
                    <a:pt x="169" y="240"/>
                    <a:pt x="169" y="240"/>
                    <a:pt x="169" y="240"/>
                  </a:cubicBezTo>
                  <a:cubicBezTo>
                    <a:pt x="169" y="195"/>
                    <a:pt x="169" y="195"/>
                    <a:pt x="169" y="195"/>
                  </a:cubicBezTo>
                  <a:cubicBezTo>
                    <a:pt x="213" y="195"/>
                    <a:pt x="213" y="195"/>
                    <a:pt x="213" y="195"/>
                  </a:cubicBezTo>
                  <a:cubicBezTo>
                    <a:pt x="213" y="178"/>
                    <a:pt x="213" y="178"/>
                    <a:pt x="213" y="178"/>
                  </a:cubicBezTo>
                  <a:cubicBezTo>
                    <a:pt x="213" y="151"/>
                    <a:pt x="230" y="125"/>
                    <a:pt x="257" y="125"/>
                  </a:cubicBezTo>
                  <a:cubicBezTo>
                    <a:pt x="293" y="125"/>
                    <a:pt x="293" y="125"/>
                    <a:pt x="293" y="125"/>
                  </a:cubicBezTo>
                  <a:lnTo>
                    <a:pt x="293" y="1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18"/>
            <p:cNvSpPr/>
            <p:nvPr/>
          </p:nvSpPr>
          <p:spPr>
            <a:xfrm>
              <a:off x="11013281" y="6450762"/>
              <a:ext cx="171823" cy="168699"/>
            </a:xfrm>
            <a:custGeom>
              <a:rect b="b" l="l" r="r" t="t"/>
              <a:pathLst>
                <a:path extrusionOk="0" h="471" w="480">
                  <a:moveTo>
                    <a:pt x="239" y="0"/>
                  </a:moveTo>
                  <a:lnTo>
                    <a:pt x="239" y="0"/>
                  </a:lnTo>
                  <a:cubicBezTo>
                    <a:pt x="107" y="0"/>
                    <a:pt x="0" y="107"/>
                    <a:pt x="0" y="231"/>
                  </a:cubicBezTo>
                  <a:cubicBezTo>
                    <a:pt x="0" y="363"/>
                    <a:pt x="107" y="470"/>
                    <a:pt x="239" y="470"/>
                  </a:cubicBezTo>
                  <a:cubicBezTo>
                    <a:pt x="372" y="470"/>
                    <a:pt x="479" y="363"/>
                    <a:pt x="479" y="231"/>
                  </a:cubicBezTo>
                  <a:cubicBezTo>
                    <a:pt x="479" y="107"/>
                    <a:pt x="372" y="0"/>
                    <a:pt x="239" y="0"/>
                  </a:cubicBezTo>
                  <a:close/>
                  <a:moveTo>
                    <a:pt x="337" y="195"/>
                  </a:moveTo>
                  <a:lnTo>
                    <a:pt x="337" y="195"/>
                  </a:lnTo>
                  <a:cubicBezTo>
                    <a:pt x="337" y="257"/>
                    <a:pt x="292" y="328"/>
                    <a:pt x="204" y="328"/>
                  </a:cubicBezTo>
                  <a:cubicBezTo>
                    <a:pt x="178" y="328"/>
                    <a:pt x="151" y="319"/>
                    <a:pt x="133" y="310"/>
                  </a:cubicBezTo>
                  <a:lnTo>
                    <a:pt x="142" y="310"/>
                  </a:lnTo>
                  <a:cubicBezTo>
                    <a:pt x="160" y="310"/>
                    <a:pt x="186" y="301"/>
                    <a:pt x="204" y="293"/>
                  </a:cubicBezTo>
                  <a:cubicBezTo>
                    <a:pt x="178" y="293"/>
                    <a:pt x="160" y="275"/>
                    <a:pt x="160" y="257"/>
                  </a:cubicBezTo>
                  <a:cubicBezTo>
                    <a:pt x="160" y="257"/>
                    <a:pt x="160" y="257"/>
                    <a:pt x="169" y="257"/>
                  </a:cubicBezTo>
                  <a:lnTo>
                    <a:pt x="178" y="257"/>
                  </a:lnTo>
                  <a:cubicBezTo>
                    <a:pt x="160" y="248"/>
                    <a:pt x="142" y="231"/>
                    <a:pt x="142" y="213"/>
                  </a:cubicBezTo>
                  <a:cubicBezTo>
                    <a:pt x="142" y="213"/>
                    <a:pt x="151" y="213"/>
                    <a:pt x="160" y="213"/>
                  </a:cubicBezTo>
                  <a:cubicBezTo>
                    <a:pt x="151" y="204"/>
                    <a:pt x="142" y="195"/>
                    <a:pt x="142" y="178"/>
                  </a:cubicBezTo>
                  <a:cubicBezTo>
                    <a:pt x="142" y="169"/>
                    <a:pt x="142" y="160"/>
                    <a:pt x="151" y="151"/>
                  </a:cubicBezTo>
                  <a:cubicBezTo>
                    <a:pt x="169" y="178"/>
                    <a:pt x="204" y="204"/>
                    <a:pt x="239" y="204"/>
                  </a:cubicBezTo>
                  <a:cubicBezTo>
                    <a:pt x="239" y="195"/>
                    <a:pt x="239" y="195"/>
                    <a:pt x="239" y="195"/>
                  </a:cubicBezTo>
                  <a:cubicBezTo>
                    <a:pt x="239" y="169"/>
                    <a:pt x="266" y="142"/>
                    <a:pt x="292" y="142"/>
                  </a:cubicBezTo>
                  <a:cubicBezTo>
                    <a:pt x="301" y="142"/>
                    <a:pt x="319" y="151"/>
                    <a:pt x="319" y="160"/>
                  </a:cubicBezTo>
                  <a:cubicBezTo>
                    <a:pt x="337" y="160"/>
                    <a:pt x="346" y="151"/>
                    <a:pt x="355" y="151"/>
                  </a:cubicBezTo>
                  <a:cubicBezTo>
                    <a:pt x="346" y="160"/>
                    <a:pt x="346" y="169"/>
                    <a:pt x="337" y="178"/>
                  </a:cubicBezTo>
                  <a:cubicBezTo>
                    <a:pt x="346" y="178"/>
                    <a:pt x="355" y="169"/>
                    <a:pt x="364" y="169"/>
                  </a:cubicBezTo>
                  <a:cubicBezTo>
                    <a:pt x="355" y="178"/>
                    <a:pt x="346" y="187"/>
                    <a:pt x="337" y="1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" name="Google Shape;60;p18"/>
          <p:cNvSpPr txBox="1"/>
          <p:nvPr/>
        </p:nvSpPr>
        <p:spPr>
          <a:xfrm>
            <a:off x="9068373" y="6316167"/>
            <a:ext cx="2255743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Copyright © AeroTech. All rights.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8"/>
          <p:cNvSpPr txBox="1"/>
          <p:nvPr/>
        </p:nvSpPr>
        <p:spPr>
          <a:xfrm>
            <a:off x="593878" y="6311195"/>
            <a:ext cx="2358872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www.yourwebsite.com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" name="Google Shape;62;p18"/>
          <p:cNvGrpSpPr/>
          <p:nvPr/>
        </p:nvGrpSpPr>
        <p:grpSpPr>
          <a:xfrm>
            <a:off x="734078" y="422428"/>
            <a:ext cx="76365" cy="127275"/>
            <a:chOff x="200026" y="88900"/>
            <a:chExt cx="104775" cy="174625"/>
          </a:xfrm>
        </p:grpSpPr>
        <p:sp>
          <p:nvSpPr>
            <p:cNvPr id="63" name="Google Shape;63;p18"/>
            <p:cNvSpPr/>
            <p:nvPr/>
          </p:nvSpPr>
          <p:spPr>
            <a:xfrm>
              <a:off x="200026" y="88900"/>
              <a:ext cx="104775" cy="174625"/>
            </a:xfrm>
            <a:custGeom>
              <a:rect b="b" l="l" r="r" t="t"/>
              <a:pathLst>
                <a:path extrusionOk="0" h="38" w="22">
                  <a:moveTo>
                    <a:pt x="22" y="38"/>
                  </a:moveTo>
                  <a:cubicBezTo>
                    <a:pt x="20" y="37"/>
                    <a:pt x="19" y="35"/>
                    <a:pt x="19" y="34"/>
                  </a:cubicBezTo>
                  <a:cubicBezTo>
                    <a:pt x="19" y="33"/>
                    <a:pt x="19" y="33"/>
                    <a:pt x="18" y="33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3" y="32"/>
                    <a:pt x="13" y="32"/>
                    <a:pt x="12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9" y="32"/>
                    <a:pt x="8" y="32"/>
                    <a:pt x="8" y="31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3" y="33"/>
                    <a:pt x="3" y="33"/>
                    <a:pt x="3" y="34"/>
                  </a:cubicBezTo>
                  <a:cubicBezTo>
                    <a:pt x="2" y="35"/>
                    <a:pt x="1" y="37"/>
                    <a:pt x="0" y="38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1"/>
                    <a:pt x="0" y="30"/>
                    <a:pt x="1" y="29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2"/>
                    <a:pt x="1" y="18"/>
                    <a:pt x="2" y="14"/>
                  </a:cubicBezTo>
                  <a:cubicBezTo>
                    <a:pt x="3" y="4"/>
                    <a:pt x="11" y="0"/>
                    <a:pt x="11" y="0"/>
                  </a:cubicBezTo>
                  <a:cubicBezTo>
                    <a:pt x="11" y="0"/>
                    <a:pt x="19" y="4"/>
                    <a:pt x="20" y="14"/>
                  </a:cubicBezTo>
                  <a:cubicBezTo>
                    <a:pt x="20" y="18"/>
                    <a:pt x="19" y="22"/>
                    <a:pt x="18" y="25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1" y="30"/>
                    <a:pt x="22" y="31"/>
                    <a:pt x="22" y="32"/>
                  </a:cubicBezTo>
                  <a:lnTo>
                    <a:pt x="22" y="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18"/>
            <p:cNvSpPr/>
            <p:nvPr/>
          </p:nvSpPr>
          <p:spPr>
            <a:xfrm>
              <a:off x="235744" y="125413"/>
              <a:ext cx="33338" cy="31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" name="Google Shape;65;p18"/>
          <p:cNvGrpSpPr/>
          <p:nvPr/>
        </p:nvGrpSpPr>
        <p:grpSpPr>
          <a:xfrm>
            <a:off x="673421" y="374929"/>
            <a:ext cx="197682" cy="225745"/>
            <a:chOff x="-4187825" y="2076450"/>
            <a:chExt cx="3522662" cy="4022725"/>
          </a:xfrm>
        </p:grpSpPr>
        <p:sp>
          <p:nvSpPr>
            <p:cNvPr id="66" name="Google Shape;66;p18"/>
            <p:cNvSpPr/>
            <p:nvPr/>
          </p:nvSpPr>
          <p:spPr>
            <a:xfrm>
              <a:off x="-4187825" y="2076450"/>
              <a:ext cx="1671637" cy="1920875"/>
            </a:xfrm>
            <a:custGeom>
              <a:rect b="b" l="l" r="r" t="t"/>
              <a:pathLst>
                <a:path extrusionOk="0" h="8467" w="7373">
                  <a:moveTo>
                    <a:pt x="0" y="8467"/>
                  </a:moveTo>
                  <a:lnTo>
                    <a:pt x="1275" y="8467"/>
                  </a:lnTo>
                  <a:lnTo>
                    <a:pt x="1275" y="5156"/>
                  </a:lnTo>
                  <a:lnTo>
                    <a:pt x="7337" y="1656"/>
                  </a:lnTo>
                  <a:lnTo>
                    <a:pt x="7373" y="0"/>
                  </a:lnTo>
                  <a:lnTo>
                    <a:pt x="0" y="4256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18"/>
            <p:cNvSpPr/>
            <p:nvPr/>
          </p:nvSpPr>
          <p:spPr>
            <a:xfrm>
              <a:off x="-2336800" y="2076450"/>
              <a:ext cx="1671637" cy="1920875"/>
            </a:xfrm>
            <a:custGeom>
              <a:rect b="b" l="l" r="r" t="t"/>
              <a:pathLst>
                <a:path extrusionOk="0" h="8467" w="7373">
                  <a:moveTo>
                    <a:pt x="7373" y="8467"/>
                  </a:moveTo>
                  <a:lnTo>
                    <a:pt x="6098" y="8467"/>
                  </a:lnTo>
                  <a:lnTo>
                    <a:pt x="6098" y="5156"/>
                  </a:lnTo>
                  <a:lnTo>
                    <a:pt x="36" y="1656"/>
                  </a:lnTo>
                  <a:lnTo>
                    <a:pt x="0" y="0"/>
                  </a:lnTo>
                  <a:lnTo>
                    <a:pt x="7373" y="4256"/>
                  </a:lnTo>
                  <a:lnTo>
                    <a:pt x="7373" y="84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18"/>
            <p:cNvSpPr/>
            <p:nvPr/>
          </p:nvSpPr>
          <p:spPr>
            <a:xfrm>
              <a:off x="-4187825" y="4178300"/>
              <a:ext cx="1671637" cy="1920875"/>
            </a:xfrm>
            <a:custGeom>
              <a:rect b="b" l="l" r="r" t="t"/>
              <a:pathLst>
                <a:path extrusionOk="0" h="8467" w="7373">
                  <a:moveTo>
                    <a:pt x="0" y="0"/>
                  </a:moveTo>
                  <a:lnTo>
                    <a:pt x="1275" y="0"/>
                  </a:lnTo>
                  <a:lnTo>
                    <a:pt x="1275" y="3311"/>
                  </a:lnTo>
                  <a:lnTo>
                    <a:pt x="7337" y="6811"/>
                  </a:lnTo>
                  <a:lnTo>
                    <a:pt x="7373" y="8467"/>
                  </a:lnTo>
                  <a:lnTo>
                    <a:pt x="0" y="42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8"/>
            <p:cNvSpPr/>
            <p:nvPr/>
          </p:nvSpPr>
          <p:spPr>
            <a:xfrm>
              <a:off x="-2336800" y="4178300"/>
              <a:ext cx="1671637" cy="1920875"/>
            </a:xfrm>
            <a:custGeom>
              <a:rect b="b" l="l" r="r" t="t"/>
              <a:pathLst>
                <a:path extrusionOk="0" h="8467" w="7373">
                  <a:moveTo>
                    <a:pt x="7373" y="0"/>
                  </a:moveTo>
                  <a:lnTo>
                    <a:pt x="6098" y="0"/>
                  </a:lnTo>
                  <a:lnTo>
                    <a:pt x="6098" y="3311"/>
                  </a:lnTo>
                  <a:lnTo>
                    <a:pt x="36" y="6811"/>
                  </a:lnTo>
                  <a:lnTo>
                    <a:pt x="0" y="8467"/>
                  </a:lnTo>
                  <a:lnTo>
                    <a:pt x="7373" y="4211"/>
                  </a:lnTo>
                  <a:lnTo>
                    <a:pt x="73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" name="Google Shape;70;p18"/>
          <p:cNvSpPr txBox="1"/>
          <p:nvPr/>
        </p:nvSpPr>
        <p:spPr>
          <a:xfrm>
            <a:off x="878345" y="349302"/>
            <a:ext cx="15488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AEROTECH</a:t>
            </a:r>
            <a:endParaRPr b="0" i="1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>
  <p:cSld name="Picture with Caption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9"/>
          <p:cNvGrpSpPr/>
          <p:nvPr/>
        </p:nvGrpSpPr>
        <p:grpSpPr>
          <a:xfrm>
            <a:off x="8172564" y="529707"/>
            <a:ext cx="2689300" cy="5433840"/>
            <a:chOff x="7106980" y="1143000"/>
            <a:chExt cx="2602174" cy="5257800"/>
          </a:xfrm>
        </p:grpSpPr>
        <p:sp>
          <p:nvSpPr>
            <p:cNvPr id="73" name="Google Shape;73;p19"/>
            <p:cNvSpPr/>
            <p:nvPr/>
          </p:nvSpPr>
          <p:spPr>
            <a:xfrm>
              <a:off x="7143837" y="1143000"/>
              <a:ext cx="2529317" cy="5257800"/>
            </a:xfrm>
            <a:prstGeom prst="roundRect">
              <a:avLst>
                <a:gd fmla="val 13869" name="adj"/>
              </a:avLst>
            </a:prstGeom>
            <a:gradFill>
              <a:gsLst>
                <a:gs pos="0">
                  <a:schemeClr val="lt1"/>
                </a:gs>
                <a:gs pos="39000">
                  <a:srgbClr val="F2F2F2"/>
                </a:gs>
                <a:gs pos="100000">
                  <a:srgbClr val="D8D8D8"/>
                </a:gs>
              </a:gsLst>
              <a:lin ang="2700000" scaled="0"/>
            </a:gradFill>
            <a:ln>
              <a:noFill/>
            </a:ln>
            <a:effectLst>
              <a:outerShdw blurRad="787400" sx="89000" rotWithShape="0" algn="ctr" sy="89000">
                <a:srgbClr val="000000">
                  <a:alpha val="30588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19"/>
            <p:cNvSpPr/>
            <p:nvPr/>
          </p:nvSpPr>
          <p:spPr>
            <a:xfrm rot="5400000">
              <a:off x="7016980" y="1918800"/>
              <a:ext cx="216000" cy="36000"/>
            </a:xfrm>
            <a:prstGeom prst="round2SameRect">
              <a:avLst>
                <a:gd fmla="val 0" name="adj1"/>
                <a:gd fmla="val 32813" name="adj2"/>
              </a:avLst>
            </a:prstGeom>
            <a:solidFill>
              <a:srgbClr val="6D73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19"/>
            <p:cNvSpPr/>
            <p:nvPr/>
          </p:nvSpPr>
          <p:spPr>
            <a:xfrm rot="5400000">
              <a:off x="6926980" y="2920125"/>
              <a:ext cx="396000" cy="36000"/>
            </a:xfrm>
            <a:prstGeom prst="round2SameRect">
              <a:avLst>
                <a:gd fmla="val 0" name="adj1"/>
                <a:gd fmla="val 32813" name="adj2"/>
              </a:avLst>
            </a:prstGeom>
            <a:solidFill>
              <a:srgbClr val="6D73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19"/>
            <p:cNvSpPr/>
            <p:nvPr/>
          </p:nvSpPr>
          <p:spPr>
            <a:xfrm rot="5400000">
              <a:off x="6926980" y="2439808"/>
              <a:ext cx="396000" cy="36000"/>
            </a:xfrm>
            <a:prstGeom prst="round2SameRect">
              <a:avLst>
                <a:gd fmla="val 0" name="adj1"/>
                <a:gd fmla="val 32813" name="adj2"/>
              </a:avLst>
            </a:prstGeom>
            <a:solidFill>
              <a:srgbClr val="6D73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19"/>
            <p:cNvSpPr/>
            <p:nvPr/>
          </p:nvSpPr>
          <p:spPr>
            <a:xfrm flipH="1" rot="-5400000">
              <a:off x="9493154" y="2439808"/>
              <a:ext cx="396000" cy="36000"/>
            </a:xfrm>
            <a:prstGeom prst="round2SameRect">
              <a:avLst>
                <a:gd fmla="val 0" name="adj1"/>
                <a:gd fmla="val 32813" name="adj2"/>
              </a:avLst>
            </a:prstGeom>
            <a:solidFill>
              <a:srgbClr val="6D73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19"/>
          <p:cNvSpPr/>
          <p:nvPr>
            <p:ph idx="2" type="pic"/>
          </p:nvPr>
        </p:nvSpPr>
        <p:spPr>
          <a:xfrm>
            <a:off x="8337330" y="672049"/>
            <a:ext cx="2360654" cy="514915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grpSp>
        <p:nvGrpSpPr>
          <p:cNvPr id="79" name="Google Shape;79;p19"/>
          <p:cNvGrpSpPr/>
          <p:nvPr/>
        </p:nvGrpSpPr>
        <p:grpSpPr>
          <a:xfrm rot="5400000">
            <a:off x="-3281684" y="311783"/>
            <a:ext cx="6234434" cy="6234434"/>
            <a:chOff x="-3281684" y="311783"/>
            <a:chExt cx="6234434" cy="6234434"/>
          </a:xfrm>
        </p:grpSpPr>
        <p:sp>
          <p:nvSpPr>
            <p:cNvPr id="80" name="Google Shape;80;p19"/>
            <p:cNvSpPr/>
            <p:nvPr/>
          </p:nvSpPr>
          <p:spPr>
            <a:xfrm>
              <a:off x="1536600" y="4497904"/>
              <a:ext cx="181369" cy="181369"/>
            </a:xfrm>
            <a:prstGeom prst="ellipse">
              <a:avLst/>
            </a:prstGeom>
            <a:solidFill>
              <a:schemeClr val="accent4">
                <a:alpha val="4666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9"/>
            <p:cNvSpPr/>
            <p:nvPr/>
          </p:nvSpPr>
          <p:spPr>
            <a:xfrm>
              <a:off x="1672329" y="2421971"/>
              <a:ext cx="205223" cy="205223"/>
            </a:xfrm>
            <a:prstGeom prst="ellipse">
              <a:avLst/>
            </a:prstGeom>
            <a:solidFill>
              <a:srgbClr val="2246FE">
                <a:alpha val="8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19"/>
            <p:cNvSpPr/>
            <p:nvPr/>
          </p:nvSpPr>
          <p:spPr>
            <a:xfrm>
              <a:off x="-2889106" y="704361"/>
              <a:ext cx="5449278" cy="5449278"/>
            </a:xfrm>
            <a:prstGeom prst="ellipse">
              <a:avLst/>
            </a:prstGeom>
            <a:noFill/>
            <a:ln cap="flat" cmpd="sng" w="12700">
              <a:solidFill>
                <a:srgbClr val="D8D8D8">
                  <a:alpha val="1254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19"/>
            <p:cNvSpPr/>
            <p:nvPr/>
          </p:nvSpPr>
          <p:spPr>
            <a:xfrm>
              <a:off x="-3281684" y="311783"/>
              <a:ext cx="6234434" cy="6234434"/>
            </a:xfrm>
            <a:prstGeom prst="ellipse">
              <a:avLst/>
            </a:prstGeom>
            <a:noFill/>
            <a:ln cap="flat" cmpd="sng" w="12700">
              <a:solidFill>
                <a:srgbClr val="D8D8D8">
                  <a:alpha val="1254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19"/>
            <p:cNvSpPr/>
            <p:nvPr/>
          </p:nvSpPr>
          <p:spPr>
            <a:xfrm>
              <a:off x="-2309097" y="1284370"/>
              <a:ext cx="4289259" cy="4289259"/>
            </a:xfrm>
            <a:prstGeom prst="ellipse">
              <a:avLst/>
            </a:prstGeom>
            <a:noFill/>
            <a:ln cap="flat" cmpd="sng" w="12700">
              <a:solidFill>
                <a:srgbClr val="D8D8D8">
                  <a:alpha val="1254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19"/>
            <p:cNvSpPr/>
            <p:nvPr/>
          </p:nvSpPr>
          <p:spPr>
            <a:xfrm>
              <a:off x="-1784708" y="1808759"/>
              <a:ext cx="3240481" cy="3240481"/>
            </a:xfrm>
            <a:prstGeom prst="ellipse">
              <a:avLst/>
            </a:prstGeom>
            <a:noFill/>
            <a:ln cap="flat" cmpd="sng" w="12700">
              <a:solidFill>
                <a:srgbClr val="D8D8D8">
                  <a:alpha val="1254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9"/>
            <p:cNvSpPr/>
            <p:nvPr/>
          </p:nvSpPr>
          <p:spPr>
            <a:xfrm>
              <a:off x="1774941" y="1518036"/>
              <a:ext cx="205223" cy="205223"/>
            </a:xfrm>
            <a:prstGeom prst="ellipse">
              <a:avLst/>
            </a:prstGeom>
            <a:solidFill>
              <a:srgbClr val="2246FE">
                <a:alpha val="8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9"/>
            <p:cNvSpPr/>
            <p:nvPr/>
          </p:nvSpPr>
          <p:spPr>
            <a:xfrm>
              <a:off x="-2970318" y="2972449"/>
              <a:ext cx="205223" cy="205223"/>
            </a:xfrm>
            <a:prstGeom prst="ellipse">
              <a:avLst/>
            </a:prstGeom>
            <a:solidFill>
              <a:srgbClr val="2246FE">
                <a:alpha val="8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9"/>
            <p:cNvSpPr/>
            <p:nvPr/>
          </p:nvSpPr>
          <p:spPr>
            <a:xfrm>
              <a:off x="-2154023" y="2314614"/>
              <a:ext cx="205223" cy="205223"/>
            </a:xfrm>
            <a:prstGeom prst="ellipse">
              <a:avLst/>
            </a:prstGeom>
            <a:solidFill>
              <a:srgbClr val="2246FE">
                <a:alpha val="8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9"/>
            <p:cNvSpPr/>
            <p:nvPr/>
          </p:nvSpPr>
          <p:spPr>
            <a:xfrm>
              <a:off x="-2647629" y="4721494"/>
              <a:ext cx="205223" cy="205223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D8D8D8">
                  <a:alpha val="1254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9"/>
            <p:cNvSpPr/>
            <p:nvPr/>
          </p:nvSpPr>
          <p:spPr>
            <a:xfrm>
              <a:off x="-656338" y="4895578"/>
              <a:ext cx="181369" cy="181369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D8D8D8">
                  <a:alpha val="1254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/>
          <p:nvPr>
            <p:ph idx="2" type="pic"/>
          </p:nvPr>
        </p:nvSpPr>
        <p:spPr>
          <a:xfrm>
            <a:off x="5260657" y="1716964"/>
            <a:ext cx="4480306" cy="281347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/>
          <p:nvPr>
            <p:ph idx="2" type="pic"/>
          </p:nvPr>
        </p:nvSpPr>
        <p:spPr>
          <a:xfrm>
            <a:off x="4433219" y="1723573"/>
            <a:ext cx="3325564" cy="236711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5" name="Google Shape;95;p21"/>
          <p:cNvSpPr/>
          <p:nvPr>
            <p:ph idx="3" type="pic"/>
          </p:nvPr>
        </p:nvSpPr>
        <p:spPr>
          <a:xfrm>
            <a:off x="7962511" y="1723573"/>
            <a:ext cx="3325564" cy="236711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6" name="Google Shape;96;p21"/>
          <p:cNvSpPr/>
          <p:nvPr>
            <p:ph idx="4" type="pic"/>
          </p:nvPr>
        </p:nvSpPr>
        <p:spPr>
          <a:xfrm>
            <a:off x="903927" y="1723573"/>
            <a:ext cx="3325564" cy="236711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/>
          <p:nvPr>
            <p:ph idx="2" type="pic"/>
          </p:nvPr>
        </p:nvSpPr>
        <p:spPr>
          <a:xfrm>
            <a:off x="3967455" y="2903970"/>
            <a:ext cx="1578036" cy="157803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9" name="Google Shape;99;p22"/>
          <p:cNvSpPr/>
          <p:nvPr>
            <p:ph idx="3" type="pic"/>
          </p:nvPr>
        </p:nvSpPr>
        <p:spPr>
          <a:xfrm>
            <a:off x="6614043" y="1982444"/>
            <a:ext cx="1578036" cy="157803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0" name="Google Shape;100;p22"/>
          <p:cNvSpPr/>
          <p:nvPr>
            <p:ph idx="4" type="pic"/>
          </p:nvPr>
        </p:nvSpPr>
        <p:spPr>
          <a:xfrm>
            <a:off x="9292050" y="2903970"/>
            <a:ext cx="1578036" cy="157803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1" name="Google Shape;101;p22"/>
          <p:cNvSpPr/>
          <p:nvPr>
            <p:ph idx="5" type="pic"/>
          </p:nvPr>
        </p:nvSpPr>
        <p:spPr>
          <a:xfrm>
            <a:off x="1289448" y="1982444"/>
            <a:ext cx="1578036" cy="157803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/>
          <p:nvPr>
            <p:ph idx="2" type="pic"/>
          </p:nvPr>
        </p:nvSpPr>
        <p:spPr>
          <a:xfrm>
            <a:off x="0" y="1577277"/>
            <a:ext cx="6533650" cy="428472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Custom Layout" showMasterSp="0">
  <p:cSld name="25_Custom Layou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4"/>
          <p:cNvSpPr/>
          <p:nvPr/>
        </p:nvSpPr>
        <p:spPr>
          <a:xfrm rot="5400000">
            <a:off x="0" y="0"/>
            <a:ext cx="6096000" cy="6096000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6" name="Google Shape;106;p24"/>
          <p:cNvGrpSpPr/>
          <p:nvPr/>
        </p:nvGrpSpPr>
        <p:grpSpPr>
          <a:xfrm rot="5400000">
            <a:off x="-2431565" y="703218"/>
            <a:ext cx="4911266" cy="4911266"/>
            <a:chOff x="-3281684" y="311783"/>
            <a:chExt cx="6234434" cy="6234434"/>
          </a:xfrm>
        </p:grpSpPr>
        <p:sp>
          <p:nvSpPr>
            <p:cNvPr id="107" name="Google Shape;107;p24"/>
            <p:cNvSpPr/>
            <p:nvPr/>
          </p:nvSpPr>
          <p:spPr>
            <a:xfrm>
              <a:off x="1672329" y="2421971"/>
              <a:ext cx="205223" cy="205223"/>
            </a:xfrm>
            <a:prstGeom prst="ellipse">
              <a:avLst/>
            </a:prstGeom>
            <a:solidFill>
              <a:srgbClr val="2246FE">
                <a:alpha val="7450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4"/>
            <p:cNvSpPr/>
            <p:nvPr/>
          </p:nvSpPr>
          <p:spPr>
            <a:xfrm>
              <a:off x="-2889106" y="704361"/>
              <a:ext cx="5449278" cy="5449278"/>
            </a:xfrm>
            <a:prstGeom prst="ellipse">
              <a:avLst/>
            </a:prstGeom>
            <a:noFill/>
            <a:ln cap="flat" cmpd="sng" w="12700">
              <a:solidFill>
                <a:srgbClr val="D8D8D8">
                  <a:alpha val="1254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4"/>
            <p:cNvSpPr/>
            <p:nvPr/>
          </p:nvSpPr>
          <p:spPr>
            <a:xfrm>
              <a:off x="-3281684" y="311783"/>
              <a:ext cx="6234434" cy="6234434"/>
            </a:xfrm>
            <a:prstGeom prst="ellipse">
              <a:avLst/>
            </a:prstGeom>
            <a:noFill/>
            <a:ln cap="flat" cmpd="sng" w="12700">
              <a:solidFill>
                <a:srgbClr val="D8D8D8">
                  <a:alpha val="1254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4"/>
            <p:cNvSpPr/>
            <p:nvPr/>
          </p:nvSpPr>
          <p:spPr>
            <a:xfrm>
              <a:off x="-2309097" y="1284370"/>
              <a:ext cx="4289259" cy="4289259"/>
            </a:xfrm>
            <a:prstGeom prst="ellipse">
              <a:avLst/>
            </a:prstGeom>
            <a:noFill/>
            <a:ln cap="flat" cmpd="sng" w="12700">
              <a:solidFill>
                <a:srgbClr val="D8D8D8">
                  <a:alpha val="1254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4"/>
            <p:cNvSpPr/>
            <p:nvPr/>
          </p:nvSpPr>
          <p:spPr>
            <a:xfrm>
              <a:off x="-1784708" y="1808759"/>
              <a:ext cx="3240481" cy="3240481"/>
            </a:xfrm>
            <a:prstGeom prst="ellipse">
              <a:avLst/>
            </a:prstGeom>
            <a:noFill/>
            <a:ln cap="flat" cmpd="sng" w="12700">
              <a:solidFill>
                <a:srgbClr val="D8D8D8">
                  <a:alpha val="1254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4"/>
            <p:cNvSpPr/>
            <p:nvPr/>
          </p:nvSpPr>
          <p:spPr>
            <a:xfrm>
              <a:off x="1774941" y="1518036"/>
              <a:ext cx="205223" cy="205223"/>
            </a:xfrm>
            <a:prstGeom prst="ellipse">
              <a:avLst/>
            </a:prstGeom>
            <a:solidFill>
              <a:schemeClr val="accent4">
                <a:alpha val="74509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4"/>
            <p:cNvSpPr/>
            <p:nvPr/>
          </p:nvSpPr>
          <p:spPr>
            <a:xfrm>
              <a:off x="-2970318" y="2972449"/>
              <a:ext cx="205223" cy="205223"/>
            </a:xfrm>
            <a:prstGeom prst="ellipse">
              <a:avLst/>
            </a:prstGeom>
            <a:solidFill>
              <a:srgbClr val="2246FE">
                <a:alpha val="7450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4"/>
            <p:cNvSpPr/>
            <p:nvPr/>
          </p:nvSpPr>
          <p:spPr>
            <a:xfrm>
              <a:off x="-2154023" y="2314614"/>
              <a:ext cx="205223" cy="205223"/>
            </a:xfrm>
            <a:prstGeom prst="ellipse">
              <a:avLst/>
            </a:prstGeom>
            <a:solidFill>
              <a:srgbClr val="2246FE">
                <a:alpha val="7450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24"/>
          <p:cNvSpPr/>
          <p:nvPr>
            <p:ph idx="2" type="pic"/>
          </p:nvPr>
        </p:nvSpPr>
        <p:spPr>
          <a:xfrm>
            <a:off x="3607640" y="1522431"/>
            <a:ext cx="1871908" cy="408308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6" name="Google Shape;116;p24"/>
          <p:cNvSpPr/>
          <p:nvPr>
            <p:ph idx="3" type="pic"/>
          </p:nvPr>
        </p:nvSpPr>
        <p:spPr>
          <a:xfrm>
            <a:off x="1293355" y="1090854"/>
            <a:ext cx="2267625" cy="494623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7" name="Google Shape;117;p24"/>
          <p:cNvSpPr/>
          <p:nvPr/>
        </p:nvSpPr>
        <p:spPr>
          <a:xfrm>
            <a:off x="8794982" y="6304845"/>
            <a:ext cx="3397018" cy="260266"/>
          </a:xfrm>
          <a:custGeom>
            <a:rect b="b" l="l" r="r" t="t"/>
            <a:pathLst>
              <a:path extrusionOk="0" h="260266" w="3397018">
                <a:moveTo>
                  <a:pt x="203200" y="0"/>
                </a:moveTo>
                <a:lnTo>
                  <a:pt x="3397018" y="5745"/>
                </a:lnTo>
                <a:lnTo>
                  <a:pt x="3397018" y="260266"/>
                </a:lnTo>
                <a:lnTo>
                  <a:pt x="0" y="260266"/>
                </a:lnTo>
                <a:lnTo>
                  <a:pt x="20320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139700" rotWithShape="0" algn="t" dir="5400000" dist="25400">
              <a:srgbClr val="000000">
                <a:alpha val="1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4"/>
          <p:cNvSpPr txBox="1"/>
          <p:nvPr/>
        </p:nvSpPr>
        <p:spPr>
          <a:xfrm flipH="1">
            <a:off x="9442630" y="178589"/>
            <a:ext cx="243850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fld id="{00000000-1234-1234-1234-123412341234}" type="slidenum">
              <a:rPr b="1" i="0" lang="pt-BR" sz="6000" u="none" cap="none" strike="noStrik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1" i="0" sz="28700" u="none" cap="none" strike="noStrik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19" name="Google Shape;119;p24"/>
          <p:cNvGrpSpPr/>
          <p:nvPr/>
        </p:nvGrpSpPr>
        <p:grpSpPr>
          <a:xfrm>
            <a:off x="11382986" y="6368578"/>
            <a:ext cx="498149" cy="125003"/>
            <a:chOff x="11013281" y="6450762"/>
            <a:chExt cx="672285" cy="168699"/>
          </a:xfrm>
        </p:grpSpPr>
        <p:sp>
          <p:nvSpPr>
            <p:cNvPr id="120" name="Google Shape;120;p24"/>
            <p:cNvSpPr/>
            <p:nvPr/>
          </p:nvSpPr>
          <p:spPr>
            <a:xfrm>
              <a:off x="11514784" y="6450762"/>
              <a:ext cx="170782" cy="168699"/>
            </a:xfrm>
            <a:custGeom>
              <a:rect b="b" l="l" r="r" t="t"/>
              <a:pathLst>
                <a:path extrusionOk="0" h="471" w="479">
                  <a:moveTo>
                    <a:pt x="212" y="169"/>
                  </a:moveTo>
                  <a:lnTo>
                    <a:pt x="212" y="169"/>
                  </a:lnTo>
                  <a:cubicBezTo>
                    <a:pt x="212" y="142"/>
                    <a:pt x="203" y="142"/>
                    <a:pt x="185" y="142"/>
                  </a:cubicBezTo>
                  <a:cubicBezTo>
                    <a:pt x="185" y="142"/>
                    <a:pt x="185" y="142"/>
                    <a:pt x="177" y="142"/>
                  </a:cubicBezTo>
                  <a:cubicBezTo>
                    <a:pt x="177" y="142"/>
                    <a:pt x="168" y="151"/>
                    <a:pt x="168" y="160"/>
                  </a:cubicBezTo>
                  <a:cubicBezTo>
                    <a:pt x="159" y="160"/>
                    <a:pt x="159" y="169"/>
                    <a:pt x="168" y="187"/>
                  </a:cubicBezTo>
                  <a:cubicBezTo>
                    <a:pt x="168" y="195"/>
                    <a:pt x="185" y="213"/>
                    <a:pt x="194" y="213"/>
                  </a:cubicBezTo>
                  <a:cubicBezTo>
                    <a:pt x="194" y="213"/>
                    <a:pt x="194" y="213"/>
                    <a:pt x="203" y="213"/>
                  </a:cubicBezTo>
                  <a:cubicBezTo>
                    <a:pt x="212" y="204"/>
                    <a:pt x="221" y="187"/>
                    <a:pt x="212" y="169"/>
                  </a:cubicBezTo>
                  <a:close/>
                  <a:moveTo>
                    <a:pt x="238" y="0"/>
                  </a:moveTo>
                  <a:lnTo>
                    <a:pt x="238" y="0"/>
                  </a:lnTo>
                  <a:cubicBezTo>
                    <a:pt x="106" y="0"/>
                    <a:pt x="0" y="107"/>
                    <a:pt x="0" y="231"/>
                  </a:cubicBezTo>
                  <a:cubicBezTo>
                    <a:pt x="0" y="363"/>
                    <a:pt x="106" y="470"/>
                    <a:pt x="238" y="470"/>
                  </a:cubicBezTo>
                  <a:cubicBezTo>
                    <a:pt x="372" y="470"/>
                    <a:pt x="478" y="363"/>
                    <a:pt x="478" y="231"/>
                  </a:cubicBezTo>
                  <a:cubicBezTo>
                    <a:pt x="478" y="107"/>
                    <a:pt x="372" y="0"/>
                    <a:pt x="238" y="0"/>
                  </a:cubicBezTo>
                  <a:close/>
                  <a:moveTo>
                    <a:pt x="221" y="338"/>
                  </a:moveTo>
                  <a:lnTo>
                    <a:pt x="221" y="338"/>
                  </a:lnTo>
                  <a:cubicBezTo>
                    <a:pt x="212" y="346"/>
                    <a:pt x="194" y="346"/>
                    <a:pt x="185" y="346"/>
                  </a:cubicBezTo>
                  <a:cubicBezTo>
                    <a:pt x="177" y="346"/>
                    <a:pt x="124" y="346"/>
                    <a:pt x="124" y="301"/>
                  </a:cubicBezTo>
                  <a:cubicBezTo>
                    <a:pt x="124" y="257"/>
                    <a:pt x="177" y="248"/>
                    <a:pt x="194" y="248"/>
                  </a:cubicBezTo>
                  <a:cubicBezTo>
                    <a:pt x="185" y="240"/>
                    <a:pt x="185" y="231"/>
                    <a:pt x="185" y="231"/>
                  </a:cubicBezTo>
                  <a:cubicBezTo>
                    <a:pt x="177" y="231"/>
                    <a:pt x="168" y="222"/>
                    <a:pt x="159" y="222"/>
                  </a:cubicBezTo>
                  <a:cubicBezTo>
                    <a:pt x="141" y="213"/>
                    <a:pt x="141" y="195"/>
                    <a:pt x="141" y="178"/>
                  </a:cubicBezTo>
                  <a:cubicBezTo>
                    <a:pt x="141" y="125"/>
                    <a:pt x="194" y="125"/>
                    <a:pt x="194" y="125"/>
                  </a:cubicBezTo>
                  <a:cubicBezTo>
                    <a:pt x="256" y="125"/>
                    <a:pt x="256" y="125"/>
                    <a:pt x="256" y="125"/>
                  </a:cubicBezTo>
                  <a:cubicBezTo>
                    <a:pt x="256" y="134"/>
                    <a:pt x="238" y="134"/>
                    <a:pt x="238" y="134"/>
                  </a:cubicBezTo>
                  <a:cubicBezTo>
                    <a:pt x="230" y="134"/>
                    <a:pt x="230" y="134"/>
                    <a:pt x="221" y="134"/>
                  </a:cubicBezTo>
                  <a:cubicBezTo>
                    <a:pt x="238" y="142"/>
                    <a:pt x="238" y="160"/>
                    <a:pt x="238" y="178"/>
                  </a:cubicBezTo>
                  <a:cubicBezTo>
                    <a:pt x="238" y="195"/>
                    <a:pt x="230" y="204"/>
                    <a:pt x="230" y="213"/>
                  </a:cubicBezTo>
                  <a:cubicBezTo>
                    <a:pt x="221" y="222"/>
                    <a:pt x="212" y="222"/>
                    <a:pt x="212" y="231"/>
                  </a:cubicBezTo>
                  <a:cubicBezTo>
                    <a:pt x="212" y="231"/>
                    <a:pt x="221" y="240"/>
                    <a:pt x="230" y="240"/>
                  </a:cubicBezTo>
                  <a:cubicBezTo>
                    <a:pt x="238" y="248"/>
                    <a:pt x="256" y="266"/>
                    <a:pt x="256" y="284"/>
                  </a:cubicBezTo>
                  <a:cubicBezTo>
                    <a:pt x="256" y="310"/>
                    <a:pt x="247" y="328"/>
                    <a:pt x="221" y="338"/>
                  </a:cubicBezTo>
                  <a:close/>
                  <a:moveTo>
                    <a:pt x="354" y="231"/>
                  </a:moveTo>
                  <a:lnTo>
                    <a:pt x="354" y="231"/>
                  </a:lnTo>
                  <a:cubicBezTo>
                    <a:pt x="310" y="231"/>
                    <a:pt x="310" y="231"/>
                    <a:pt x="310" y="231"/>
                  </a:cubicBezTo>
                  <a:cubicBezTo>
                    <a:pt x="310" y="275"/>
                    <a:pt x="310" y="275"/>
                    <a:pt x="310" y="275"/>
                  </a:cubicBezTo>
                  <a:cubicBezTo>
                    <a:pt x="291" y="275"/>
                    <a:pt x="291" y="275"/>
                    <a:pt x="291" y="275"/>
                  </a:cubicBezTo>
                  <a:cubicBezTo>
                    <a:pt x="291" y="231"/>
                    <a:pt x="291" y="231"/>
                    <a:pt x="291" y="231"/>
                  </a:cubicBezTo>
                  <a:cubicBezTo>
                    <a:pt x="256" y="231"/>
                    <a:pt x="256" y="231"/>
                    <a:pt x="256" y="231"/>
                  </a:cubicBezTo>
                  <a:cubicBezTo>
                    <a:pt x="256" y="213"/>
                    <a:pt x="256" y="213"/>
                    <a:pt x="256" y="213"/>
                  </a:cubicBezTo>
                  <a:cubicBezTo>
                    <a:pt x="291" y="213"/>
                    <a:pt x="291" y="213"/>
                    <a:pt x="291" y="213"/>
                  </a:cubicBezTo>
                  <a:cubicBezTo>
                    <a:pt x="291" y="169"/>
                    <a:pt x="291" y="169"/>
                    <a:pt x="291" y="169"/>
                  </a:cubicBezTo>
                  <a:cubicBezTo>
                    <a:pt x="310" y="169"/>
                    <a:pt x="310" y="169"/>
                    <a:pt x="310" y="169"/>
                  </a:cubicBezTo>
                  <a:cubicBezTo>
                    <a:pt x="310" y="213"/>
                    <a:pt x="310" y="213"/>
                    <a:pt x="310" y="213"/>
                  </a:cubicBezTo>
                  <a:cubicBezTo>
                    <a:pt x="354" y="213"/>
                    <a:pt x="354" y="213"/>
                    <a:pt x="354" y="213"/>
                  </a:cubicBezTo>
                  <a:lnTo>
                    <a:pt x="354" y="231"/>
                  </a:lnTo>
                  <a:close/>
                  <a:moveTo>
                    <a:pt x="194" y="266"/>
                  </a:moveTo>
                  <a:lnTo>
                    <a:pt x="194" y="266"/>
                  </a:lnTo>
                  <a:cubicBezTo>
                    <a:pt x="177" y="266"/>
                    <a:pt x="168" y="266"/>
                    <a:pt x="159" y="275"/>
                  </a:cubicBezTo>
                  <a:cubicBezTo>
                    <a:pt x="159" y="284"/>
                    <a:pt x="150" y="293"/>
                    <a:pt x="150" y="301"/>
                  </a:cubicBezTo>
                  <a:cubicBezTo>
                    <a:pt x="150" y="319"/>
                    <a:pt x="168" y="328"/>
                    <a:pt x="194" y="328"/>
                  </a:cubicBezTo>
                  <a:cubicBezTo>
                    <a:pt x="221" y="319"/>
                    <a:pt x="230" y="310"/>
                    <a:pt x="230" y="293"/>
                  </a:cubicBezTo>
                  <a:cubicBezTo>
                    <a:pt x="230" y="275"/>
                    <a:pt x="212" y="266"/>
                    <a:pt x="194" y="2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24"/>
            <p:cNvSpPr/>
            <p:nvPr/>
          </p:nvSpPr>
          <p:spPr>
            <a:xfrm>
              <a:off x="11264553" y="6450762"/>
              <a:ext cx="170782" cy="168699"/>
            </a:xfrm>
            <a:custGeom>
              <a:rect b="b" l="l" r="r" t="t"/>
              <a:pathLst>
                <a:path extrusionOk="0" h="471" w="479">
                  <a:moveTo>
                    <a:pt x="240" y="0"/>
                  </a:moveTo>
                  <a:lnTo>
                    <a:pt x="240" y="0"/>
                  </a:lnTo>
                  <a:cubicBezTo>
                    <a:pt x="106" y="0"/>
                    <a:pt x="0" y="107"/>
                    <a:pt x="0" y="231"/>
                  </a:cubicBezTo>
                  <a:cubicBezTo>
                    <a:pt x="0" y="363"/>
                    <a:pt x="106" y="470"/>
                    <a:pt x="240" y="470"/>
                  </a:cubicBezTo>
                  <a:cubicBezTo>
                    <a:pt x="372" y="470"/>
                    <a:pt x="478" y="363"/>
                    <a:pt x="478" y="231"/>
                  </a:cubicBezTo>
                  <a:cubicBezTo>
                    <a:pt x="478" y="107"/>
                    <a:pt x="372" y="0"/>
                    <a:pt x="240" y="0"/>
                  </a:cubicBezTo>
                  <a:close/>
                  <a:moveTo>
                    <a:pt x="293" y="160"/>
                  </a:moveTo>
                  <a:lnTo>
                    <a:pt x="293" y="160"/>
                  </a:lnTo>
                  <a:cubicBezTo>
                    <a:pt x="257" y="160"/>
                    <a:pt x="257" y="160"/>
                    <a:pt x="257" y="160"/>
                  </a:cubicBezTo>
                  <a:cubicBezTo>
                    <a:pt x="257" y="160"/>
                    <a:pt x="249" y="169"/>
                    <a:pt x="249" y="178"/>
                  </a:cubicBezTo>
                  <a:cubicBezTo>
                    <a:pt x="249" y="195"/>
                    <a:pt x="249" y="195"/>
                    <a:pt x="249" y="195"/>
                  </a:cubicBezTo>
                  <a:cubicBezTo>
                    <a:pt x="293" y="195"/>
                    <a:pt x="293" y="195"/>
                    <a:pt x="293" y="195"/>
                  </a:cubicBezTo>
                  <a:cubicBezTo>
                    <a:pt x="293" y="240"/>
                    <a:pt x="293" y="240"/>
                    <a:pt x="293" y="240"/>
                  </a:cubicBezTo>
                  <a:cubicBezTo>
                    <a:pt x="249" y="240"/>
                    <a:pt x="249" y="240"/>
                    <a:pt x="249" y="240"/>
                  </a:cubicBezTo>
                  <a:cubicBezTo>
                    <a:pt x="249" y="346"/>
                    <a:pt x="249" y="346"/>
                    <a:pt x="249" y="346"/>
                  </a:cubicBezTo>
                  <a:cubicBezTo>
                    <a:pt x="213" y="346"/>
                    <a:pt x="213" y="346"/>
                    <a:pt x="213" y="346"/>
                  </a:cubicBezTo>
                  <a:cubicBezTo>
                    <a:pt x="213" y="240"/>
                    <a:pt x="213" y="240"/>
                    <a:pt x="213" y="240"/>
                  </a:cubicBezTo>
                  <a:cubicBezTo>
                    <a:pt x="169" y="240"/>
                    <a:pt x="169" y="240"/>
                    <a:pt x="169" y="240"/>
                  </a:cubicBezTo>
                  <a:cubicBezTo>
                    <a:pt x="169" y="195"/>
                    <a:pt x="169" y="195"/>
                    <a:pt x="169" y="195"/>
                  </a:cubicBezTo>
                  <a:cubicBezTo>
                    <a:pt x="213" y="195"/>
                    <a:pt x="213" y="195"/>
                    <a:pt x="213" y="195"/>
                  </a:cubicBezTo>
                  <a:cubicBezTo>
                    <a:pt x="213" y="178"/>
                    <a:pt x="213" y="178"/>
                    <a:pt x="213" y="178"/>
                  </a:cubicBezTo>
                  <a:cubicBezTo>
                    <a:pt x="213" y="151"/>
                    <a:pt x="230" y="125"/>
                    <a:pt x="257" y="125"/>
                  </a:cubicBezTo>
                  <a:cubicBezTo>
                    <a:pt x="293" y="125"/>
                    <a:pt x="293" y="125"/>
                    <a:pt x="293" y="125"/>
                  </a:cubicBezTo>
                  <a:lnTo>
                    <a:pt x="293" y="1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24"/>
            <p:cNvSpPr/>
            <p:nvPr/>
          </p:nvSpPr>
          <p:spPr>
            <a:xfrm>
              <a:off x="11013281" y="6450762"/>
              <a:ext cx="171823" cy="168699"/>
            </a:xfrm>
            <a:custGeom>
              <a:rect b="b" l="l" r="r" t="t"/>
              <a:pathLst>
                <a:path extrusionOk="0" h="471" w="480">
                  <a:moveTo>
                    <a:pt x="239" y="0"/>
                  </a:moveTo>
                  <a:lnTo>
                    <a:pt x="239" y="0"/>
                  </a:lnTo>
                  <a:cubicBezTo>
                    <a:pt x="107" y="0"/>
                    <a:pt x="0" y="107"/>
                    <a:pt x="0" y="231"/>
                  </a:cubicBezTo>
                  <a:cubicBezTo>
                    <a:pt x="0" y="363"/>
                    <a:pt x="107" y="470"/>
                    <a:pt x="239" y="470"/>
                  </a:cubicBezTo>
                  <a:cubicBezTo>
                    <a:pt x="372" y="470"/>
                    <a:pt x="479" y="363"/>
                    <a:pt x="479" y="231"/>
                  </a:cubicBezTo>
                  <a:cubicBezTo>
                    <a:pt x="479" y="107"/>
                    <a:pt x="372" y="0"/>
                    <a:pt x="239" y="0"/>
                  </a:cubicBezTo>
                  <a:close/>
                  <a:moveTo>
                    <a:pt x="337" y="195"/>
                  </a:moveTo>
                  <a:lnTo>
                    <a:pt x="337" y="195"/>
                  </a:lnTo>
                  <a:cubicBezTo>
                    <a:pt x="337" y="257"/>
                    <a:pt x="292" y="328"/>
                    <a:pt x="204" y="328"/>
                  </a:cubicBezTo>
                  <a:cubicBezTo>
                    <a:pt x="178" y="328"/>
                    <a:pt x="151" y="319"/>
                    <a:pt x="133" y="310"/>
                  </a:cubicBezTo>
                  <a:lnTo>
                    <a:pt x="142" y="310"/>
                  </a:lnTo>
                  <a:cubicBezTo>
                    <a:pt x="160" y="310"/>
                    <a:pt x="186" y="301"/>
                    <a:pt x="204" y="293"/>
                  </a:cubicBezTo>
                  <a:cubicBezTo>
                    <a:pt x="178" y="293"/>
                    <a:pt x="160" y="275"/>
                    <a:pt x="160" y="257"/>
                  </a:cubicBezTo>
                  <a:cubicBezTo>
                    <a:pt x="160" y="257"/>
                    <a:pt x="160" y="257"/>
                    <a:pt x="169" y="257"/>
                  </a:cubicBezTo>
                  <a:lnTo>
                    <a:pt x="178" y="257"/>
                  </a:lnTo>
                  <a:cubicBezTo>
                    <a:pt x="160" y="248"/>
                    <a:pt x="142" y="231"/>
                    <a:pt x="142" y="213"/>
                  </a:cubicBezTo>
                  <a:cubicBezTo>
                    <a:pt x="142" y="213"/>
                    <a:pt x="151" y="213"/>
                    <a:pt x="160" y="213"/>
                  </a:cubicBezTo>
                  <a:cubicBezTo>
                    <a:pt x="151" y="204"/>
                    <a:pt x="142" y="195"/>
                    <a:pt x="142" y="178"/>
                  </a:cubicBezTo>
                  <a:cubicBezTo>
                    <a:pt x="142" y="169"/>
                    <a:pt x="142" y="160"/>
                    <a:pt x="151" y="151"/>
                  </a:cubicBezTo>
                  <a:cubicBezTo>
                    <a:pt x="169" y="178"/>
                    <a:pt x="204" y="204"/>
                    <a:pt x="239" y="204"/>
                  </a:cubicBezTo>
                  <a:cubicBezTo>
                    <a:pt x="239" y="195"/>
                    <a:pt x="239" y="195"/>
                    <a:pt x="239" y="195"/>
                  </a:cubicBezTo>
                  <a:cubicBezTo>
                    <a:pt x="239" y="169"/>
                    <a:pt x="266" y="142"/>
                    <a:pt x="292" y="142"/>
                  </a:cubicBezTo>
                  <a:cubicBezTo>
                    <a:pt x="301" y="142"/>
                    <a:pt x="319" y="151"/>
                    <a:pt x="319" y="160"/>
                  </a:cubicBezTo>
                  <a:cubicBezTo>
                    <a:pt x="337" y="160"/>
                    <a:pt x="346" y="151"/>
                    <a:pt x="355" y="151"/>
                  </a:cubicBezTo>
                  <a:cubicBezTo>
                    <a:pt x="346" y="160"/>
                    <a:pt x="346" y="169"/>
                    <a:pt x="337" y="178"/>
                  </a:cubicBezTo>
                  <a:cubicBezTo>
                    <a:pt x="346" y="178"/>
                    <a:pt x="355" y="169"/>
                    <a:pt x="364" y="169"/>
                  </a:cubicBezTo>
                  <a:cubicBezTo>
                    <a:pt x="355" y="178"/>
                    <a:pt x="346" y="187"/>
                    <a:pt x="337" y="1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24"/>
          <p:cNvSpPr txBox="1"/>
          <p:nvPr/>
        </p:nvSpPr>
        <p:spPr>
          <a:xfrm>
            <a:off x="9068373" y="6316167"/>
            <a:ext cx="2255743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Copyright © AeroTech. All rights.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4"/>
          <p:cNvSpPr txBox="1"/>
          <p:nvPr/>
        </p:nvSpPr>
        <p:spPr>
          <a:xfrm>
            <a:off x="593878" y="6311195"/>
            <a:ext cx="2358872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www.yourwebsite.com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/>
          <p:nvPr>
            <p:ph idx="2" type="pic"/>
          </p:nvPr>
        </p:nvSpPr>
        <p:spPr>
          <a:xfrm>
            <a:off x="0" y="822298"/>
            <a:ext cx="4009327" cy="534990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Vertical Title and Text">
  <p:cSld name="1_Vertical Title and 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/>
          <p:nvPr>
            <p:ph idx="2" type="pic"/>
          </p:nvPr>
        </p:nvSpPr>
        <p:spPr>
          <a:xfrm>
            <a:off x="0" y="1286637"/>
            <a:ext cx="6941035" cy="428472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Vertical Title and Text">
  <p:cSld name="2_Vertical Title and 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/>
          <p:nvPr>
            <p:ph idx="2" type="pic"/>
          </p:nvPr>
        </p:nvSpPr>
        <p:spPr>
          <a:xfrm>
            <a:off x="6125743" y="4749377"/>
            <a:ext cx="713208" cy="713208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28"/>
          <p:cNvSpPr/>
          <p:nvPr>
            <p:ph idx="3" type="pic"/>
          </p:nvPr>
        </p:nvSpPr>
        <p:spPr>
          <a:xfrm>
            <a:off x="6967605" y="3672439"/>
            <a:ext cx="865914" cy="865914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28"/>
          <p:cNvSpPr/>
          <p:nvPr>
            <p:ph idx="4" type="pic"/>
          </p:nvPr>
        </p:nvSpPr>
        <p:spPr>
          <a:xfrm>
            <a:off x="10569387" y="3074034"/>
            <a:ext cx="700728" cy="700728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28"/>
          <p:cNvSpPr/>
          <p:nvPr>
            <p:ph idx="5" type="pic"/>
          </p:nvPr>
        </p:nvSpPr>
        <p:spPr>
          <a:xfrm>
            <a:off x="8767815" y="3599227"/>
            <a:ext cx="1440868" cy="1440868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28"/>
          <p:cNvSpPr/>
          <p:nvPr>
            <p:ph idx="6" type="pic"/>
          </p:nvPr>
        </p:nvSpPr>
        <p:spPr>
          <a:xfrm>
            <a:off x="9828671" y="1298941"/>
            <a:ext cx="700728" cy="700728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28"/>
          <p:cNvSpPr/>
          <p:nvPr>
            <p:ph idx="7" type="pic"/>
          </p:nvPr>
        </p:nvSpPr>
        <p:spPr>
          <a:xfrm>
            <a:off x="8378363" y="1625013"/>
            <a:ext cx="1014346" cy="1014346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28"/>
          <p:cNvSpPr/>
          <p:nvPr>
            <p:ph idx="8" type="pic"/>
          </p:nvPr>
        </p:nvSpPr>
        <p:spPr>
          <a:xfrm>
            <a:off x="5791200" y="1412419"/>
            <a:ext cx="1173600" cy="1173600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Vertical Title and Text">
  <p:cSld name="4_Vertical Title and 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/>
          <p:cNvSpPr/>
          <p:nvPr>
            <p:ph idx="2" type="pic"/>
          </p:nvPr>
        </p:nvSpPr>
        <p:spPr>
          <a:xfrm>
            <a:off x="6570448" y="2365629"/>
            <a:ext cx="671512" cy="67151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0" name="Google Shape;140;p29"/>
          <p:cNvSpPr/>
          <p:nvPr>
            <p:ph idx="3" type="pic"/>
          </p:nvPr>
        </p:nvSpPr>
        <p:spPr>
          <a:xfrm>
            <a:off x="9882635" y="1756674"/>
            <a:ext cx="671512" cy="67151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2"/>
          <p:cNvSpPr/>
          <p:nvPr>
            <p:ph idx="2" type="pic"/>
          </p:nvPr>
        </p:nvSpPr>
        <p:spPr>
          <a:xfrm>
            <a:off x="5600700" y="-1"/>
            <a:ext cx="6591300" cy="603017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3"/>
          <p:cNvSpPr/>
          <p:nvPr>
            <p:ph idx="2" type="pic"/>
          </p:nvPr>
        </p:nvSpPr>
        <p:spPr>
          <a:xfrm>
            <a:off x="5755043" y="1"/>
            <a:ext cx="3952568" cy="396782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4"/>
          <p:cNvSpPr/>
          <p:nvPr>
            <p:ph idx="2" type="pic"/>
          </p:nvPr>
        </p:nvSpPr>
        <p:spPr>
          <a:xfrm>
            <a:off x="5755043" y="1"/>
            <a:ext cx="3952568" cy="396782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5"/>
          <p:cNvSpPr/>
          <p:nvPr>
            <p:ph idx="2" type="pic"/>
          </p:nvPr>
        </p:nvSpPr>
        <p:spPr>
          <a:xfrm>
            <a:off x="5755043" y="1"/>
            <a:ext cx="3952568" cy="396782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6"/>
          <p:cNvSpPr/>
          <p:nvPr>
            <p:ph idx="2" type="pic"/>
          </p:nvPr>
        </p:nvSpPr>
        <p:spPr>
          <a:xfrm>
            <a:off x="5755043" y="1"/>
            <a:ext cx="3952568" cy="396782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 showMasterSp="0">
  <p:cSld name="7_Custom Layout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0" scaled="0"/>
        </a:gra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7"/>
          <p:cNvSpPr/>
          <p:nvPr/>
        </p:nvSpPr>
        <p:spPr>
          <a:xfrm>
            <a:off x="8794982" y="6304845"/>
            <a:ext cx="3397018" cy="260266"/>
          </a:xfrm>
          <a:custGeom>
            <a:rect b="b" l="l" r="r" t="t"/>
            <a:pathLst>
              <a:path extrusionOk="0" h="260266" w="3397018">
                <a:moveTo>
                  <a:pt x="203200" y="0"/>
                </a:moveTo>
                <a:lnTo>
                  <a:pt x="3397018" y="5745"/>
                </a:lnTo>
                <a:lnTo>
                  <a:pt x="3397018" y="260266"/>
                </a:lnTo>
                <a:lnTo>
                  <a:pt x="0" y="260266"/>
                </a:lnTo>
                <a:lnTo>
                  <a:pt x="20320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139700" rotWithShape="0" algn="t" dir="5400000" dist="25400">
              <a:srgbClr val="000000">
                <a:alpha val="1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7"/>
          <p:cNvSpPr txBox="1"/>
          <p:nvPr/>
        </p:nvSpPr>
        <p:spPr>
          <a:xfrm flipH="1">
            <a:off x="9442630" y="178589"/>
            <a:ext cx="243850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fld id="{00000000-1234-1234-1234-123412341234}" type="slidenum">
              <a:rPr b="1" i="0" lang="pt-BR" sz="6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1" i="0" sz="287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56" name="Google Shape;156;p37"/>
          <p:cNvGrpSpPr/>
          <p:nvPr/>
        </p:nvGrpSpPr>
        <p:grpSpPr>
          <a:xfrm>
            <a:off x="11382986" y="6368578"/>
            <a:ext cx="498149" cy="125003"/>
            <a:chOff x="11013281" y="6450762"/>
            <a:chExt cx="672285" cy="168699"/>
          </a:xfrm>
        </p:grpSpPr>
        <p:sp>
          <p:nvSpPr>
            <p:cNvPr id="157" name="Google Shape;157;p37"/>
            <p:cNvSpPr/>
            <p:nvPr/>
          </p:nvSpPr>
          <p:spPr>
            <a:xfrm>
              <a:off x="11514784" y="6450762"/>
              <a:ext cx="170782" cy="168699"/>
            </a:xfrm>
            <a:custGeom>
              <a:rect b="b" l="l" r="r" t="t"/>
              <a:pathLst>
                <a:path extrusionOk="0" h="471" w="479">
                  <a:moveTo>
                    <a:pt x="212" y="169"/>
                  </a:moveTo>
                  <a:lnTo>
                    <a:pt x="212" y="169"/>
                  </a:lnTo>
                  <a:cubicBezTo>
                    <a:pt x="212" y="142"/>
                    <a:pt x="203" y="142"/>
                    <a:pt x="185" y="142"/>
                  </a:cubicBezTo>
                  <a:cubicBezTo>
                    <a:pt x="185" y="142"/>
                    <a:pt x="185" y="142"/>
                    <a:pt x="177" y="142"/>
                  </a:cubicBezTo>
                  <a:cubicBezTo>
                    <a:pt x="177" y="142"/>
                    <a:pt x="168" y="151"/>
                    <a:pt x="168" y="160"/>
                  </a:cubicBezTo>
                  <a:cubicBezTo>
                    <a:pt x="159" y="160"/>
                    <a:pt x="159" y="169"/>
                    <a:pt x="168" y="187"/>
                  </a:cubicBezTo>
                  <a:cubicBezTo>
                    <a:pt x="168" y="195"/>
                    <a:pt x="185" y="213"/>
                    <a:pt x="194" y="213"/>
                  </a:cubicBezTo>
                  <a:cubicBezTo>
                    <a:pt x="194" y="213"/>
                    <a:pt x="194" y="213"/>
                    <a:pt x="203" y="213"/>
                  </a:cubicBezTo>
                  <a:cubicBezTo>
                    <a:pt x="212" y="204"/>
                    <a:pt x="221" y="187"/>
                    <a:pt x="212" y="169"/>
                  </a:cubicBezTo>
                  <a:close/>
                  <a:moveTo>
                    <a:pt x="238" y="0"/>
                  </a:moveTo>
                  <a:lnTo>
                    <a:pt x="238" y="0"/>
                  </a:lnTo>
                  <a:cubicBezTo>
                    <a:pt x="106" y="0"/>
                    <a:pt x="0" y="107"/>
                    <a:pt x="0" y="231"/>
                  </a:cubicBezTo>
                  <a:cubicBezTo>
                    <a:pt x="0" y="363"/>
                    <a:pt x="106" y="470"/>
                    <a:pt x="238" y="470"/>
                  </a:cubicBezTo>
                  <a:cubicBezTo>
                    <a:pt x="372" y="470"/>
                    <a:pt x="478" y="363"/>
                    <a:pt x="478" y="231"/>
                  </a:cubicBezTo>
                  <a:cubicBezTo>
                    <a:pt x="478" y="107"/>
                    <a:pt x="372" y="0"/>
                    <a:pt x="238" y="0"/>
                  </a:cubicBezTo>
                  <a:close/>
                  <a:moveTo>
                    <a:pt x="221" y="338"/>
                  </a:moveTo>
                  <a:lnTo>
                    <a:pt x="221" y="338"/>
                  </a:lnTo>
                  <a:cubicBezTo>
                    <a:pt x="212" y="346"/>
                    <a:pt x="194" y="346"/>
                    <a:pt x="185" y="346"/>
                  </a:cubicBezTo>
                  <a:cubicBezTo>
                    <a:pt x="177" y="346"/>
                    <a:pt x="124" y="346"/>
                    <a:pt x="124" y="301"/>
                  </a:cubicBezTo>
                  <a:cubicBezTo>
                    <a:pt x="124" y="257"/>
                    <a:pt x="177" y="248"/>
                    <a:pt x="194" y="248"/>
                  </a:cubicBezTo>
                  <a:cubicBezTo>
                    <a:pt x="185" y="240"/>
                    <a:pt x="185" y="231"/>
                    <a:pt x="185" y="231"/>
                  </a:cubicBezTo>
                  <a:cubicBezTo>
                    <a:pt x="177" y="231"/>
                    <a:pt x="168" y="222"/>
                    <a:pt x="159" y="222"/>
                  </a:cubicBezTo>
                  <a:cubicBezTo>
                    <a:pt x="141" y="213"/>
                    <a:pt x="141" y="195"/>
                    <a:pt x="141" y="178"/>
                  </a:cubicBezTo>
                  <a:cubicBezTo>
                    <a:pt x="141" y="125"/>
                    <a:pt x="194" y="125"/>
                    <a:pt x="194" y="125"/>
                  </a:cubicBezTo>
                  <a:cubicBezTo>
                    <a:pt x="256" y="125"/>
                    <a:pt x="256" y="125"/>
                    <a:pt x="256" y="125"/>
                  </a:cubicBezTo>
                  <a:cubicBezTo>
                    <a:pt x="256" y="134"/>
                    <a:pt x="238" y="134"/>
                    <a:pt x="238" y="134"/>
                  </a:cubicBezTo>
                  <a:cubicBezTo>
                    <a:pt x="230" y="134"/>
                    <a:pt x="230" y="134"/>
                    <a:pt x="221" y="134"/>
                  </a:cubicBezTo>
                  <a:cubicBezTo>
                    <a:pt x="238" y="142"/>
                    <a:pt x="238" y="160"/>
                    <a:pt x="238" y="178"/>
                  </a:cubicBezTo>
                  <a:cubicBezTo>
                    <a:pt x="238" y="195"/>
                    <a:pt x="230" y="204"/>
                    <a:pt x="230" y="213"/>
                  </a:cubicBezTo>
                  <a:cubicBezTo>
                    <a:pt x="221" y="222"/>
                    <a:pt x="212" y="222"/>
                    <a:pt x="212" y="231"/>
                  </a:cubicBezTo>
                  <a:cubicBezTo>
                    <a:pt x="212" y="231"/>
                    <a:pt x="221" y="240"/>
                    <a:pt x="230" y="240"/>
                  </a:cubicBezTo>
                  <a:cubicBezTo>
                    <a:pt x="238" y="248"/>
                    <a:pt x="256" y="266"/>
                    <a:pt x="256" y="284"/>
                  </a:cubicBezTo>
                  <a:cubicBezTo>
                    <a:pt x="256" y="310"/>
                    <a:pt x="247" y="328"/>
                    <a:pt x="221" y="338"/>
                  </a:cubicBezTo>
                  <a:close/>
                  <a:moveTo>
                    <a:pt x="354" y="231"/>
                  </a:moveTo>
                  <a:lnTo>
                    <a:pt x="354" y="231"/>
                  </a:lnTo>
                  <a:cubicBezTo>
                    <a:pt x="310" y="231"/>
                    <a:pt x="310" y="231"/>
                    <a:pt x="310" y="231"/>
                  </a:cubicBezTo>
                  <a:cubicBezTo>
                    <a:pt x="310" y="275"/>
                    <a:pt x="310" y="275"/>
                    <a:pt x="310" y="275"/>
                  </a:cubicBezTo>
                  <a:cubicBezTo>
                    <a:pt x="291" y="275"/>
                    <a:pt x="291" y="275"/>
                    <a:pt x="291" y="275"/>
                  </a:cubicBezTo>
                  <a:cubicBezTo>
                    <a:pt x="291" y="231"/>
                    <a:pt x="291" y="231"/>
                    <a:pt x="291" y="231"/>
                  </a:cubicBezTo>
                  <a:cubicBezTo>
                    <a:pt x="256" y="231"/>
                    <a:pt x="256" y="231"/>
                    <a:pt x="256" y="231"/>
                  </a:cubicBezTo>
                  <a:cubicBezTo>
                    <a:pt x="256" y="213"/>
                    <a:pt x="256" y="213"/>
                    <a:pt x="256" y="213"/>
                  </a:cubicBezTo>
                  <a:cubicBezTo>
                    <a:pt x="291" y="213"/>
                    <a:pt x="291" y="213"/>
                    <a:pt x="291" y="213"/>
                  </a:cubicBezTo>
                  <a:cubicBezTo>
                    <a:pt x="291" y="169"/>
                    <a:pt x="291" y="169"/>
                    <a:pt x="291" y="169"/>
                  </a:cubicBezTo>
                  <a:cubicBezTo>
                    <a:pt x="310" y="169"/>
                    <a:pt x="310" y="169"/>
                    <a:pt x="310" y="169"/>
                  </a:cubicBezTo>
                  <a:cubicBezTo>
                    <a:pt x="310" y="213"/>
                    <a:pt x="310" y="213"/>
                    <a:pt x="310" y="213"/>
                  </a:cubicBezTo>
                  <a:cubicBezTo>
                    <a:pt x="354" y="213"/>
                    <a:pt x="354" y="213"/>
                    <a:pt x="354" y="213"/>
                  </a:cubicBezTo>
                  <a:lnTo>
                    <a:pt x="354" y="231"/>
                  </a:lnTo>
                  <a:close/>
                  <a:moveTo>
                    <a:pt x="194" y="266"/>
                  </a:moveTo>
                  <a:lnTo>
                    <a:pt x="194" y="266"/>
                  </a:lnTo>
                  <a:cubicBezTo>
                    <a:pt x="177" y="266"/>
                    <a:pt x="168" y="266"/>
                    <a:pt x="159" y="275"/>
                  </a:cubicBezTo>
                  <a:cubicBezTo>
                    <a:pt x="159" y="284"/>
                    <a:pt x="150" y="293"/>
                    <a:pt x="150" y="301"/>
                  </a:cubicBezTo>
                  <a:cubicBezTo>
                    <a:pt x="150" y="319"/>
                    <a:pt x="168" y="328"/>
                    <a:pt x="194" y="328"/>
                  </a:cubicBezTo>
                  <a:cubicBezTo>
                    <a:pt x="221" y="319"/>
                    <a:pt x="230" y="310"/>
                    <a:pt x="230" y="293"/>
                  </a:cubicBezTo>
                  <a:cubicBezTo>
                    <a:pt x="230" y="275"/>
                    <a:pt x="212" y="266"/>
                    <a:pt x="194" y="2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37"/>
            <p:cNvSpPr/>
            <p:nvPr/>
          </p:nvSpPr>
          <p:spPr>
            <a:xfrm>
              <a:off x="11264553" y="6450762"/>
              <a:ext cx="170782" cy="168699"/>
            </a:xfrm>
            <a:custGeom>
              <a:rect b="b" l="l" r="r" t="t"/>
              <a:pathLst>
                <a:path extrusionOk="0" h="471" w="479">
                  <a:moveTo>
                    <a:pt x="240" y="0"/>
                  </a:moveTo>
                  <a:lnTo>
                    <a:pt x="240" y="0"/>
                  </a:lnTo>
                  <a:cubicBezTo>
                    <a:pt x="106" y="0"/>
                    <a:pt x="0" y="107"/>
                    <a:pt x="0" y="231"/>
                  </a:cubicBezTo>
                  <a:cubicBezTo>
                    <a:pt x="0" y="363"/>
                    <a:pt x="106" y="470"/>
                    <a:pt x="240" y="470"/>
                  </a:cubicBezTo>
                  <a:cubicBezTo>
                    <a:pt x="372" y="470"/>
                    <a:pt x="478" y="363"/>
                    <a:pt x="478" y="231"/>
                  </a:cubicBezTo>
                  <a:cubicBezTo>
                    <a:pt x="478" y="107"/>
                    <a:pt x="372" y="0"/>
                    <a:pt x="240" y="0"/>
                  </a:cubicBezTo>
                  <a:close/>
                  <a:moveTo>
                    <a:pt x="293" y="160"/>
                  </a:moveTo>
                  <a:lnTo>
                    <a:pt x="293" y="160"/>
                  </a:lnTo>
                  <a:cubicBezTo>
                    <a:pt x="257" y="160"/>
                    <a:pt x="257" y="160"/>
                    <a:pt x="257" y="160"/>
                  </a:cubicBezTo>
                  <a:cubicBezTo>
                    <a:pt x="257" y="160"/>
                    <a:pt x="249" y="169"/>
                    <a:pt x="249" y="178"/>
                  </a:cubicBezTo>
                  <a:cubicBezTo>
                    <a:pt x="249" y="195"/>
                    <a:pt x="249" y="195"/>
                    <a:pt x="249" y="195"/>
                  </a:cubicBezTo>
                  <a:cubicBezTo>
                    <a:pt x="293" y="195"/>
                    <a:pt x="293" y="195"/>
                    <a:pt x="293" y="195"/>
                  </a:cubicBezTo>
                  <a:cubicBezTo>
                    <a:pt x="293" y="240"/>
                    <a:pt x="293" y="240"/>
                    <a:pt x="293" y="240"/>
                  </a:cubicBezTo>
                  <a:cubicBezTo>
                    <a:pt x="249" y="240"/>
                    <a:pt x="249" y="240"/>
                    <a:pt x="249" y="240"/>
                  </a:cubicBezTo>
                  <a:cubicBezTo>
                    <a:pt x="249" y="346"/>
                    <a:pt x="249" y="346"/>
                    <a:pt x="249" y="346"/>
                  </a:cubicBezTo>
                  <a:cubicBezTo>
                    <a:pt x="213" y="346"/>
                    <a:pt x="213" y="346"/>
                    <a:pt x="213" y="346"/>
                  </a:cubicBezTo>
                  <a:cubicBezTo>
                    <a:pt x="213" y="240"/>
                    <a:pt x="213" y="240"/>
                    <a:pt x="213" y="240"/>
                  </a:cubicBezTo>
                  <a:cubicBezTo>
                    <a:pt x="169" y="240"/>
                    <a:pt x="169" y="240"/>
                    <a:pt x="169" y="240"/>
                  </a:cubicBezTo>
                  <a:cubicBezTo>
                    <a:pt x="169" y="195"/>
                    <a:pt x="169" y="195"/>
                    <a:pt x="169" y="195"/>
                  </a:cubicBezTo>
                  <a:cubicBezTo>
                    <a:pt x="213" y="195"/>
                    <a:pt x="213" y="195"/>
                    <a:pt x="213" y="195"/>
                  </a:cubicBezTo>
                  <a:cubicBezTo>
                    <a:pt x="213" y="178"/>
                    <a:pt x="213" y="178"/>
                    <a:pt x="213" y="178"/>
                  </a:cubicBezTo>
                  <a:cubicBezTo>
                    <a:pt x="213" y="151"/>
                    <a:pt x="230" y="125"/>
                    <a:pt x="257" y="125"/>
                  </a:cubicBezTo>
                  <a:cubicBezTo>
                    <a:pt x="293" y="125"/>
                    <a:pt x="293" y="125"/>
                    <a:pt x="293" y="125"/>
                  </a:cubicBezTo>
                  <a:lnTo>
                    <a:pt x="293" y="1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37"/>
            <p:cNvSpPr/>
            <p:nvPr/>
          </p:nvSpPr>
          <p:spPr>
            <a:xfrm>
              <a:off x="11013281" y="6450762"/>
              <a:ext cx="171823" cy="168699"/>
            </a:xfrm>
            <a:custGeom>
              <a:rect b="b" l="l" r="r" t="t"/>
              <a:pathLst>
                <a:path extrusionOk="0" h="471" w="480">
                  <a:moveTo>
                    <a:pt x="239" y="0"/>
                  </a:moveTo>
                  <a:lnTo>
                    <a:pt x="239" y="0"/>
                  </a:lnTo>
                  <a:cubicBezTo>
                    <a:pt x="107" y="0"/>
                    <a:pt x="0" y="107"/>
                    <a:pt x="0" y="231"/>
                  </a:cubicBezTo>
                  <a:cubicBezTo>
                    <a:pt x="0" y="363"/>
                    <a:pt x="107" y="470"/>
                    <a:pt x="239" y="470"/>
                  </a:cubicBezTo>
                  <a:cubicBezTo>
                    <a:pt x="372" y="470"/>
                    <a:pt x="479" y="363"/>
                    <a:pt x="479" y="231"/>
                  </a:cubicBezTo>
                  <a:cubicBezTo>
                    <a:pt x="479" y="107"/>
                    <a:pt x="372" y="0"/>
                    <a:pt x="239" y="0"/>
                  </a:cubicBezTo>
                  <a:close/>
                  <a:moveTo>
                    <a:pt x="337" y="195"/>
                  </a:moveTo>
                  <a:lnTo>
                    <a:pt x="337" y="195"/>
                  </a:lnTo>
                  <a:cubicBezTo>
                    <a:pt x="337" y="257"/>
                    <a:pt x="292" y="328"/>
                    <a:pt x="204" y="328"/>
                  </a:cubicBezTo>
                  <a:cubicBezTo>
                    <a:pt x="178" y="328"/>
                    <a:pt x="151" y="319"/>
                    <a:pt x="133" y="310"/>
                  </a:cubicBezTo>
                  <a:lnTo>
                    <a:pt x="142" y="310"/>
                  </a:lnTo>
                  <a:cubicBezTo>
                    <a:pt x="160" y="310"/>
                    <a:pt x="186" y="301"/>
                    <a:pt x="204" y="293"/>
                  </a:cubicBezTo>
                  <a:cubicBezTo>
                    <a:pt x="178" y="293"/>
                    <a:pt x="160" y="275"/>
                    <a:pt x="160" y="257"/>
                  </a:cubicBezTo>
                  <a:cubicBezTo>
                    <a:pt x="160" y="257"/>
                    <a:pt x="160" y="257"/>
                    <a:pt x="169" y="257"/>
                  </a:cubicBezTo>
                  <a:lnTo>
                    <a:pt x="178" y="257"/>
                  </a:lnTo>
                  <a:cubicBezTo>
                    <a:pt x="160" y="248"/>
                    <a:pt x="142" y="231"/>
                    <a:pt x="142" y="213"/>
                  </a:cubicBezTo>
                  <a:cubicBezTo>
                    <a:pt x="142" y="213"/>
                    <a:pt x="151" y="213"/>
                    <a:pt x="160" y="213"/>
                  </a:cubicBezTo>
                  <a:cubicBezTo>
                    <a:pt x="151" y="204"/>
                    <a:pt x="142" y="195"/>
                    <a:pt x="142" y="178"/>
                  </a:cubicBezTo>
                  <a:cubicBezTo>
                    <a:pt x="142" y="169"/>
                    <a:pt x="142" y="160"/>
                    <a:pt x="151" y="151"/>
                  </a:cubicBezTo>
                  <a:cubicBezTo>
                    <a:pt x="169" y="178"/>
                    <a:pt x="204" y="204"/>
                    <a:pt x="239" y="204"/>
                  </a:cubicBezTo>
                  <a:cubicBezTo>
                    <a:pt x="239" y="195"/>
                    <a:pt x="239" y="195"/>
                    <a:pt x="239" y="195"/>
                  </a:cubicBezTo>
                  <a:cubicBezTo>
                    <a:pt x="239" y="169"/>
                    <a:pt x="266" y="142"/>
                    <a:pt x="292" y="142"/>
                  </a:cubicBezTo>
                  <a:cubicBezTo>
                    <a:pt x="301" y="142"/>
                    <a:pt x="319" y="151"/>
                    <a:pt x="319" y="160"/>
                  </a:cubicBezTo>
                  <a:cubicBezTo>
                    <a:pt x="337" y="160"/>
                    <a:pt x="346" y="151"/>
                    <a:pt x="355" y="151"/>
                  </a:cubicBezTo>
                  <a:cubicBezTo>
                    <a:pt x="346" y="160"/>
                    <a:pt x="346" y="169"/>
                    <a:pt x="337" y="178"/>
                  </a:cubicBezTo>
                  <a:cubicBezTo>
                    <a:pt x="346" y="178"/>
                    <a:pt x="355" y="169"/>
                    <a:pt x="364" y="169"/>
                  </a:cubicBezTo>
                  <a:cubicBezTo>
                    <a:pt x="355" y="178"/>
                    <a:pt x="346" y="187"/>
                    <a:pt x="337" y="1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37"/>
          <p:cNvSpPr txBox="1"/>
          <p:nvPr/>
        </p:nvSpPr>
        <p:spPr>
          <a:xfrm>
            <a:off x="9068373" y="6316167"/>
            <a:ext cx="2255743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Copyright © AeroTech. All rights.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7"/>
          <p:cNvSpPr txBox="1"/>
          <p:nvPr/>
        </p:nvSpPr>
        <p:spPr>
          <a:xfrm>
            <a:off x="593878" y="6311195"/>
            <a:ext cx="2358872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www.yourwebsite.com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" name="Google Shape;162;p37"/>
          <p:cNvGrpSpPr/>
          <p:nvPr/>
        </p:nvGrpSpPr>
        <p:grpSpPr>
          <a:xfrm>
            <a:off x="734078" y="422428"/>
            <a:ext cx="76365" cy="127275"/>
            <a:chOff x="200026" y="88900"/>
            <a:chExt cx="104775" cy="174625"/>
          </a:xfrm>
        </p:grpSpPr>
        <p:sp>
          <p:nvSpPr>
            <p:cNvPr id="163" name="Google Shape;163;p37"/>
            <p:cNvSpPr/>
            <p:nvPr/>
          </p:nvSpPr>
          <p:spPr>
            <a:xfrm>
              <a:off x="200026" y="88900"/>
              <a:ext cx="104775" cy="174625"/>
            </a:xfrm>
            <a:custGeom>
              <a:rect b="b" l="l" r="r" t="t"/>
              <a:pathLst>
                <a:path extrusionOk="0" h="38" w="22">
                  <a:moveTo>
                    <a:pt x="22" y="38"/>
                  </a:moveTo>
                  <a:cubicBezTo>
                    <a:pt x="20" y="37"/>
                    <a:pt x="19" y="35"/>
                    <a:pt x="19" y="34"/>
                  </a:cubicBezTo>
                  <a:cubicBezTo>
                    <a:pt x="19" y="33"/>
                    <a:pt x="19" y="33"/>
                    <a:pt x="18" y="33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3" y="32"/>
                    <a:pt x="13" y="32"/>
                    <a:pt x="12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9" y="32"/>
                    <a:pt x="8" y="32"/>
                    <a:pt x="8" y="31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3" y="33"/>
                    <a:pt x="3" y="33"/>
                    <a:pt x="3" y="34"/>
                  </a:cubicBezTo>
                  <a:cubicBezTo>
                    <a:pt x="2" y="35"/>
                    <a:pt x="1" y="37"/>
                    <a:pt x="0" y="38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1"/>
                    <a:pt x="0" y="30"/>
                    <a:pt x="1" y="29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2"/>
                    <a:pt x="1" y="18"/>
                    <a:pt x="2" y="14"/>
                  </a:cubicBezTo>
                  <a:cubicBezTo>
                    <a:pt x="3" y="4"/>
                    <a:pt x="11" y="0"/>
                    <a:pt x="11" y="0"/>
                  </a:cubicBezTo>
                  <a:cubicBezTo>
                    <a:pt x="11" y="0"/>
                    <a:pt x="19" y="4"/>
                    <a:pt x="20" y="14"/>
                  </a:cubicBezTo>
                  <a:cubicBezTo>
                    <a:pt x="20" y="18"/>
                    <a:pt x="19" y="22"/>
                    <a:pt x="18" y="25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1" y="30"/>
                    <a:pt x="22" y="31"/>
                    <a:pt x="22" y="32"/>
                  </a:cubicBezTo>
                  <a:lnTo>
                    <a:pt x="22" y="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37"/>
            <p:cNvSpPr/>
            <p:nvPr/>
          </p:nvSpPr>
          <p:spPr>
            <a:xfrm>
              <a:off x="235744" y="125413"/>
              <a:ext cx="33338" cy="31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37"/>
          <p:cNvGrpSpPr/>
          <p:nvPr/>
        </p:nvGrpSpPr>
        <p:grpSpPr>
          <a:xfrm>
            <a:off x="673421" y="374929"/>
            <a:ext cx="197682" cy="225745"/>
            <a:chOff x="-4187825" y="2076450"/>
            <a:chExt cx="3522662" cy="4022725"/>
          </a:xfrm>
        </p:grpSpPr>
        <p:sp>
          <p:nvSpPr>
            <p:cNvPr id="166" name="Google Shape;166;p37"/>
            <p:cNvSpPr/>
            <p:nvPr/>
          </p:nvSpPr>
          <p:spPr>
            <a:xfrm>
              <a:off x="-4187825" y="2076450"/>
              <a:ext cx="1671637" cy="1920875"/>
            </a:xfrm>
            <a:custGeom>
              <a:rect b="b" l="l" r="r" t="t"/>
              <a:pathLst>
                <a:path extrusionOk="0" h="8467" w="7373">
                  <a:moveTo>
                    <a:pt x="0" y="8467"/>
                  </a:moveTo>
                  <a:lnTo>
                    <a:pt x="1275" y="8467"/>
                  </a:lnTo>
                  <a:lnTo>
                    <a:pt x="1275" y="5156"/>
                  </a:lnTo>
                  <a:lnTo>
                    <a:pt x="7337" y="1656"/>
                  </a:lnTo>
                  <a:lnTo>
                    <a:pt x="7373" y="0"/>
                  </a:lnTo>
                  <a:lnTo>
                    <a:pt x="0" y="4256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37"/>
            <p:cNvSpPr/>
            <p:nvPr/>
          </p:nvSpPr>
          <p:spPr>
            <a:xfrm>
              <a:off x="-2336800" y="2076450"/>
              <a:ext cx="1671637" cy="1920875"/>
            </a:xfrm>
            <a:custGeom>
              <a:rect b="b" l="l" r="r" t="t"/>
              <a:pathLst>
                <a:path extrusionOk="0" h="8467" w="7373">
                  <a:moveTo>
                    <a:pt x="7373" y="8467"/>
                  </a:moveTo>
                  <a:lnTo>
                    <a:pt x="6098" y="8467"/>
                  </a:lnTo>
                  <a:lnTo>
                    <a:pt x="6098" y="5156"/>
                  </a:lnTo>
                  <a:lnTo>
                    <a:pt x="36" y="1656"/>
                  </a:lnTo>
                  <a:lnTo>
                    <a:pt x="0" y="0"/>
                  </a:lnTo>
                  <a:lnTo>
                    <a:pt x="7373" y="4256"/>
                  </a:lnTo>
                  <a:lnTo>
                    <a:pt x="7373" y="84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7"/>
            <p:cNvSpPr/>
            <p:nvPr/>
          </p:nvSpPr>
          <p:spPr>
            <a:xfrm>
              <a:off x="-4187825" y="4178300"/>
              <a:ext cx="1671637" cy="1920875"/>
            </a:xfrm>
            <a:custGeom>
              <a:rect b="b" l="l" r="r" t="t"/>
              <a:pathLst>
                <a:path extrusionOk="0" h="8467" w="7373">
                  <a:moveTo>
                    <a:pt x="0" y="0"/>
                  </a:moveTo>
                  <a:lnTo>
                    <a:pt x="1275" y="0"/>
                  </a:lnTo>
                  <a:lnTo>
                    <a:pt x="1275" y="3311"/>
                  </a:lnTo>
                  <a:lnTo>
                    <a:pt x="7337" y="6811"/>
                  </a:lnTo>
                  <a:lnTo>
                    <a:pt x="7373" y="8467"/>
                  </a:lnTo>
                  <a:lnTo>
                    <a:pt x="0" y="42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7"/>
            <p:cNvSpPr/>
            <p:nvPr/>
          </p:nvSpPr>
          <p:spPr>
            <a:xfrm>
              <a:off x="-2336800" y="4178300"/>
              <a:ext cx="1671637" cy="1920875"/>
            </a:xfrm>
            <a:custGeom>
              <a:rect b="b" l="l" r="r" t="t"/>
              <a:pathLst>
                <a:path extrusionOk="0" h="8467" w="7373">
                  <a:moveTo>
                    <a:pt x="7373" y="0"/>
                  </a:moveTo>
                  <a:lnTo>
                    <a:pt x="6098" y="0"/>
                  </a:lnTo>
                  <a:lnTo>
                    <a:pt x="6098" y="3311"/>
                  </a:lnTo>
                  <a:lnTo>
                    <a:pt x="36" y="6811"/>
                  </a:lnTo>
                  <a:lnTo>
                    <a:pt x="0" y="8467"/>
                  </a:lnTo>
                  <a:lnTo>
                    <a:pt x="7373" y="4211"/>
                  </a:lnTo>
                  <a:lnTo>
                    <a:pt x="73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37"/>
          <p:cNvSpPr txBox="1"/>
          <p:nvPr/>
        </p:nvSpPr>
        <p:spPr>
          <a:xfrm>
            <a:off x="878345" y="349302"/>
            <a:ext cx="15488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AEROTECH</a:t>
            </a:r>
            <a:endParaRPr b="0" i="1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ustom Layout" showMasterSp="0">
  <p:cSld name="20_Custom Layou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8"/>
          <p:cNvSpPr/>
          <p:nvPr>
            <p:ph idx="2" type="pic"/>
          </p:nvPr>
        </p:nvSpPr>
        <p:spPr>
          <a:xfrm>
            <a:off x="1936982" y="4010206"/>
            <a:ext cx="363260" cy="36326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73" name="Google Shape;173;p38"/>
          <p:cNvSpPr/>
          <p:nvPr>
            <p:ph idx="3" type="pic"/>
          </p:nvPr>
        </p:nvSpPr>
        <p:spPr>
          <a:xfrm>
            <a:off x="1936982" y="4483001"/>
            <a:ext cx="363260" cy="36326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74" name="Google Shape;174;p38"/>
          <p:cNvSpPr/>
          <p:nvPr>
            <p:ph idx="4" type="pic"/>
          </p:nvPr>
        </p:nvSpPr>
        <p:spPr>
          <a:xfrm>
            <a:off x="1936982" y="4955796"/>
            <a:ext cx="363260" cy="36326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75" name="Google Shape;175;p38"/>
          <p:cNvSpPr/>
          <p:nvPr>
            <p:ph idx="5" type="pic"/>
          </p:nvPr>
        </p:nvSpPr>
        <p:spPr>
          <a:xfrm>
            <a:off x="1936982" y="5428591"/>
            <a:ext cx="363260" cy="36326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76" name="Google Shape;176;p38"/>
          <p:cNvSpPr/>
          <p:nvPr>
            <p:ph idx="6" type="pic"/>
          </p:nvPr>
        </p:nvSpPr>
        <p:spPr>
          <a:xfrm>
            <a:off x="1936982" y="3537411"/>
            <a:ext cx="363260" cy="36326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77" name="Google Shape;177;p38"/>
          <p:cNvSpPr/>
          <p:nvPr/>
        </p:nvSpPr>
        <p:spPr>
          <a:xfrm>
            <a:off x="8794982" y="6304845"/>
            <a:ext cx="3397018" cy="260266"/>
          </a:xfrm>
          <a:custGeom>
            <a:rect b="b" l="l" r="r" t="t"/>
            <a:pathLst>
              <a:path extrusionOk="0" h="260266" w="3397018">
                <a:moveTo>
                  <a:pt x="203200" y="0"/>
                </a:moveTo>
                <a:lnTo>
                  <a:pt x="3397018" y="5745"/>
                </a:lnTo>
                <a:lnTo>
                  <a:pt x="3397018" y="260266"/>
                </a:lnTo>
                <a:lnTo>
                  <a:pt x="0" y="260266"/>
                </a:lnTo>
                <a:lnTo>
                  <a:pt x="20320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139700" rotWithShape="0" algn="t" dir="5400000" dist="25400">
              <a:srgbClr val="000000">
                <a:alpha val="1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8" name="Google Shape;178;p38"/>
          <p:cNvGrpSpPr/>
          <p:nvPr/>
        </p:nvGrpSpPr>
        <p:grpSpPr>
          <a:xfrm>
            <a:off x="11382986" y="6368578"/>
            <a:ext cx="498149" cy="125003"/>
            <a:chOff x="11013281" y="6450762"/>
            <a:chExt cx="672285" cy="168699"/>
          </a:xfrm>
        </p:grpSpPr>
        <p:sp>
          <p:nvSpPr>
            <p:cNvPr id="179" name="Google Shape;179;p38"/>
            <p:cNvSpPr/>
            <p:nvPr/>
          </p:nvSpPr>
          <p:spPr>
            <a:xfrm>
              <a:off x="11514784" y="6450762"/>
              <a:ext cx="170782" cy="168699"/>
            </a:xfrm>
            <a:custGeom>
              <a:rect b="b" l="l" r="r" t="t"/>
              <a:pathLst>
                <a:path extrusionOk="0" h="471" w="479">
                  <a:moveTo>
                    <a:pt x="212" y="169"/>
                  </a:moveTo>
                  <a:lnTo>
                    <a:pt x="212" y="169"/>
                  </a:lnTo>
                  <a:cubicBezTo>
                    <a:pt x="212" y="142"/>
                    <a:pt x="203" y="142"/>
                    <a:pt x="185" y="142"/>
                  </a:cubicBezTo>
                  <a:cubicBezTo>
                    <a:pt x="185" y="142"/>
                    <a:pt x="185" y="142"/>
                    <a:pt x="177" y="142"/>
                  </a:cubicBezTo>
                  <a:cubicBezTo>
                    <a:pt x="177" y="142"/>
                    <a:pt x="168" y="151"/>
                    <a:pt x="168" y="160"/>
                  </a:cubicBezTo>
                  <a:cubicBezTo>
                    <a:pt x="159" y="160"/>
                    <a:pt x="159" y="169"/>
                    <a:pt x="168" y="187"/>
                  </a:cubicBezTo>
                  <a:cubicBezTo>
                    <a:pt x="168" y="195"/>
                    <a:pt x="185" y="213"/>
                    <a:pt x="194" y="213"/>
                  </a:cubicBezTo>
                  <a:cubicBezTo>
                    <a:pt x="194" y="213"/>
                    <a:pt x="194" y="213"/>
                    <a:pt x="203" y="213"/>
                  </a:cubicBezTo>
                  <a:cubicBezTo>
                    <a:pt x="212" y="204"/>
                    <a:pt x="221" y="187"/>
                    <a:pt x="212" y="169"/>
                  </a:cubicBezTo>
                  <a:close/>
                  <a:moveTo>
                    <a:pt x="238" y="0"/>
                  </a:moveTo>
                  <a:lnTo>
                    <a:pt x="238" y="0"/>
                  </a:lnTo>
                  <a:cubicBezTo>
                    <a:pt x="106" y="0"/>
                    <a:pt x="0" y="107"/>
                    <a:pt x="0" y="231"/>
                  </a:cubicBezTo>
                  <a:cubicBezTo>
                    <a:pt x="0" y="363"/>
                    <a:pt x="106" y="470"/>
                    <a:pt x="238" y="470"/>
                  </a:cubicBezTo>
                  <a:cubicBezTo>
                    <a:pt x="372" y="470"/>
                    <a:pt x="478" y="363"/>
                    <a:pt x="478" y="231"/>
                  </a:cubicBezTo>
                  <a:cubicBezTo>
                    <a:pt x="478" y="107"/>
                    <a:pt x="372" y="0"/>
                    <a:pt x="238" y="0"/>
                  </a:cubicBezTo>
                  <a:close/>
                  <a:moveTo>
                    <a:pt x="221" y="338"/>
                  </a:moveTo>
                  <a:lnTo>
                    <a:pt x="221" y="338"/>
                  </a:lnTo>
                  <a:cubicBezTo>
                    <a:pt x="212" y="346"/>
                    <a:pt x="194" y="346"/>
                    <a:pt x="185" y="346"/>
                  </a:cubicBezTo>
                  <a:cubicBezTo>
                    <a:pt x="177" y="346"/>
                    <a:pt x="124" y="346"/>
                    <a:pt x="124" y="301"/>
                  </a:cubicBezTo>
                  <a:cubicBezTo>
                    <a:pt x="124" y="257"/>
                    <a:pt x="177" y="248"/>
                    <a:pt x="194" y="248"/>
                  </a:cubicBezTo>
                  <a:cubicBezTo>
                    <a:pt x="185" y="240"/>
                    <a:pt x="185" y="231"/>
                    <a:pt x="185" y="231"/>
                  </a:cubicBezTo>
                  <a:cubicBezTo>
                    <a:pt x="177" y="231"/>
                    <a:pt x="168" y="222"/>
                    <a:pt x="159" y="222"/>
                  </a:cubicBezTo>
                  <a:cubicBezTo>
                    <a:pt x="141" y="213"/>
                    <a:pt x="141" y="195"/>
                    <a:pt x="141" y="178"/>
                  </a:cubicBezTo>
                  <a:cubicBezTo>
                    <a:pt x="141" y="125"/>
                    <a:pt x="194" y="125"/>
                    <a:pt x="194" y="125"/>
                  </a:cubicBezTo>
                  <a:cubicBezTo>
                    <a:pt x="256" y="125"/>
                    <a:pt x="256" y="125"/>
                    <a:pt x="256" y="125"/>
                  </a:cubicBezTo>
                  <a:cubicBezTo>
                    <a:pt x="256" y="134"/>
                    <a:pt x="238" y="134"/>
                    <a:pt x="238" y="134"/>
                  </a:cubicBezTo>
                  <a:cubicBezTo>
                    <a:pt x="230" y="134"/>
                    <a:pt x="230" y="134"/>
                    <a:pt x="221" y="134"/>
                  </a:cubicBezTo>
                  <a:cubicBezTo>
                    <a:pt x="238" y="142"/>
                    <a:pt x="238" y="160"/>
                    <a:pt x="238" y="178"/>
                  </a:cubicBezTo>
                  <a:cubicBezTo>
                    <a:pt x="238" y="195"/>
                    <a:pt x="230" y="204"/>
                    <a:pt x="230" y="213"/>
                  </a:cubicBezTo>
                  <a:cubicBezTo>
                    <a:pt x="221" y="222"/>
                    <a:pt x="212" y="222"/>
                    <a:pt x="212" y="231"/>
                  </a:cubicBezTo>
                  <a:cubicBezTo>
                    <a:pt x="212" y="231"/>
                    <a:pt x="221" y="240"/>
                    <a:pt x="230" y="240"/>
                  </a:cubicBezTo>
                  <a:cubicBezTo>
                    <a:pt x="238" y="248"/>
                    <a:pt x="256" y="266"/>
                    <a:pt x="256" y="284"/>
                  </a:cubicBezTo>
                  <a:cubicBezTo>
                    <a:pt x="256" y="310"/>
                    <a:pt x="247" y="328"/>
                    <a:pt x="221" y="338"/>
                  </a:cubicBezTo>
                  <a:close/>
                  <a:moveTo>
                    <a:pt x="354" y="231"/>
                  </a:moveTo>
                  <a:lnTo>
                    <a:pt x="354" y="231"/>
                  </a:lnTo>
                  <a:cubicBezTo>
                    <a:pt x="310" y="231"/>
                    <a:pt x="310" y="231"/>
                    <a:pt x="310" y="231"/>
                  </a:cubicBezTo>
                  <a:cubicBezTo>
                    <a:pt x="310" y="275"/>
                    <a:pt x="310" y="275"/>
                    <a:pt x="310" y="275"/>
                  </a:cubicBezTo>
                  <a:cubicBezTo>
                    <a:pt x="291" y="275"/>
                    <a:pt x="291" y="275"/>
                    <a:pt x="291" y="275"/>
                  </a:cubicBezTo>
                  <a:cubicBezTo>
                    <a:pt x="291" y="231"/>
                    <a:pt x="291" y="231"/>
                    <a:pt x="291" y="231"/>
                  </a:cubicBezTo>
                  <a:cubicBezTo>
                    <a:pt x="256" y="231"/>
                    <a:pt x="256" y="231"/>
                    <a:pt x="256" y="231"/>
                  </a:cubicBezTo>
                  <a:cubicBezTo>
                    <a:pt x="256" y="213"/>
                    <a:pt x="256" y="213"/>
                    <a:pt x="256" y="213"/>
                  </a:cubicBezTo>
                  <a:cubicBezTo>
                    <a:pt x="291" y="213"/>
                    <a:pt x="291" y="213"/>
                    <a:pt x="291" y="213"/>
                  </a:cubicBezTo>
                  <a:cubicBezTo>
                    <a:pt x="291" y="169"/>
                    <a:pt x="291" y="169"/>
                    <a:pt x="291" y="169"/>
                  </a:cubicBezTo>
                  <a:cubicBezTo>
                    <a:pt x="310" y="169"/>
                    <a:pt x="310" y="169"/>
                    <a:pt x="310" y="169"/>
                  </a:cubicBezTo>
                  <a:cubicBezTo>
                    <a:pt x="310" y="213"/>
                    <a:pt x="310" y="213"/>
                    <a:pt x="310" y="213"/>
                  </a:cubicBezTo>
                  <a:cubicBezTo>
                    <a:pt x="354" y="213"/>
                    <a:pt x="354" y="213"/>
                    <a:pt x="354" y="213"/>
                  </a:cubicBezTo>
                  <a:lnTo>
                    <a:pt x="354" y="231"/>
                  </a:lnTo>
                  <a:close/>
                  <a:moveTo>
                    <a:pt x="194" y="266"/>
                  </a:moveTo>
                  <a:lnTo>
                    <a:pt x="194" y="266"/>
                  </a:lnTo>
                  <a:cubicBezTo>
                    <a:pt x="177" y="266"/>
                    <a:pt x="168" y="266"/>
                    <a:pt x="159" y="275"/>
                  </a:cubicBezTo>
                  <a:cubicBezTo>
                    <a:pt x="159" y="284"/>
                    <a:pt x="150" y="293"/>
                    <a:pt x="150" y="301"/>
                  </a:cubicBezTo>
                  <a:cubicBezTo>
                    <a:pt x="150" y="319"/>
                    <a:pt x="168" y="328"/>
                    <a:pt x="194" y="328"/>
                  </a:cubicBezTo>
                  <a:cubicBezTo>
                    <a:pt x="221" y="319"/>
                    <a:pt x="230" y="310"/>
                    <a:pt x="230" y="293"/>
                  </a:cubicBezTo>
                  <a:cubicBezTo>
                    <a:pt x="230" y="275"/>
                    <a:pt x="212" y="266"/>
                    <a:pt x="194" y="2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8"/>
            <p:cNvSpPr/>
            <p:nvPr/>
          </p:nvSpPr>
          <p:spPr>
            <a:xfrm>
              <a:off x="11264553" y="6450762"/>
              <a:ext cx="170782" cy="168699"/>
            </a:xfrm>
            <a:custGeom>
              <a:rect b="b" l="l" r="r" t="t"/>
              <a:pathLst>
                <a:path extrusionOk="0" h="471" w="479">
                  <a:moveTo>
                    <a:pt x="240" y="0"/>
                  </a:moveTo>
                  <a:lnTo>
                    <a:pt x="240" y="0"/>
                  </a:lnTo>
                  <a:cubicBezTo>
                    <a:pt x="106" y="0"/>
                    <a:pt x="0" y="107"/>
                    <a:pt x="0" y="231"/>
                  </a:cubicBezTo>
                  <a:cubicBezTo>
                    <a:pt x="0" y="363"/>
                    <a:pt x="106" y="470"/>
                    <a:pt x="240" y="470"/>
                  </a:cubicBezTo>
                  <a:cubicBezTo>
                    <a:pt x="372" y="470"/>
                    <a:pt x="478" y="363"/>
                    <a:pt x="478" y="231"/>
                  </a:cubicBezTo>
                  <a:cubicBezTo>
                    <a:pt x="478" y="107"/>
                    <a:pt x="372" y="0"/>
                    <a:pt x="240" y="0"/>
                  </a:cubicBezTo>
                  <a:close/>
                  <a:moveTo>
                    <a:pt x="293" y="160"/>
                  </a:moveTo>
                  <a:lnTo>
                    <a:pt x="293" y="160"/>
                  </a:lnTo>
                  <a:cubicBezTo>
                    <a:pt x="257" y="160"/>
                    <a:pt x="257" y="160"/>
                    <a:pt x="257" y="160"/>
                  </a:cubicBezTo>
                  <a:cubicBezTo>
                    <a:pt x="257" y="160"/>
                    <a:pt x="249" y="169"/>
                    <a:pt x="249" y="178"/>
                  </a:cubicBezTo>
                  <a:cubicBezTo>
                    <a:pt x="249" y="195"/>
                    <a:pt x="249" y="195"/>
                    <a:pt x="249" y="195"/>
                  </a:cubicBezTo>
                  <a:cubicBezTo>
                    <a:pt x="293" y="195"/>
                    <a:pt x="293" y="195"/>
                    <a:pt x="293" y="195"/>
                  </a:cubicBezTo>
                  <a:cubicBezTo>
                    <a:pt x="293" y="240"/>
                    <a:pt x="293" y="240"/>
                    <a:pt x="293" y="240"/>
                  </a:cubicBezTo>
                  <a:cubicBezTo>
                    <a:pt x="249" y="240"/>
                    <a:pt x="249" y="240"/>
                    <a:pt x="249" y="240"/>
                  </a:cubicBezTo>
                  <a:cubicBezTo>
                    <a:pt x="249" y="346"/>
                    <a:pt x="249" y="346"/>
                    <a:pt x="249" y="346"/>
                  </a:cubicBezTo>
                  <a:cubicBezTo>
                    <a:pt x="213" y="346"/>
                    <a:pt x="213" y="346"/>
                    <a:pt x="213" y="346"/>
                  </a:cubicBezTo>
                  <a:cubicBezTo>
                    <a:pt x="213" y="240"/>
                    <a:pt x="213" y="240"/>
                    <a:pt x="213" y="240"/>
                  </a:cubicBezTo>
                  <a:cubicBezTo>
                    <a:pt x="169" y="240"/>
                    <a:pt x="169" y="240"/>
                    <a:pt x="169" y="240"/>
                  </a:cubicBezTo>
                  <a:cubicBezTo>
                    <a:pt x="169" y="195"/>
                    <a:pt x="169" y="195"/>
                    <a:pt x="169" y="195"/>
                  </a:cubicBezTo>
                  <a:cubicBezTo>
                    <a:pt x="213" y="195"/>
                    <a:pt x="213" y="195"/>
                    <a:pt x="213" y="195"/>
                  </a:cubicBezTo>
                  <a:cubicBezTo>
                    <a:pt x="213" y="178"/>
                    <a:pt x="213" y="178"/>
                    <a:pt x="213" y="178"/>
                  </a:cubicBezTo>
                  <a:cubicBezTo>
                    <a:pt x="213" y="151"/>
                    <a:pt x="230" y="125"/>
                    <a:pt x="257" y="125"/>
                  </a:cubicBezTo>
                  <a:cubicBezTo>
                    <a:pt x="293" y="125"/>
                    <a:pt x="293" y="125"/>
                    <a:pt x="293" y="125"/>
                  </a:cubicBezTo>
                  <a:lnTo>
                    <a:pt x="293" y="1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38"/>
            <p:cNvSpPr/>
            <p:nvPr/>
          </p:nvSpPr>
          <p:spPr>
            <a:xfrm>
              <a:off x="11013281" y="6450762"/>
              <a:ext cx="171823" cy="168699"/>
            </a:xfrm>
            <a:custGeom>
              <a:rect b="b" l="l" r="r" t="t"/>
              <a:pathLst>
                <a:path extrusionOk="0" h="471" w="480">
                  <a:moveTo>
                    <a:pt x="239" y="0"/>
                  </a:moveTo>
                  <a:lnTo>
                    <a:pt x="239" y="0"/>
                  </a:lnTo>
                  <a:cubicBezTo>
                    <a:pt x="107" y="0"/>
                    <a:pt x="0" y="107"/>
                    <a:pt x="0" y="231"/>
                  </a:cubicBezTo>
                  <a:cubicBezTo>
                    <a:pt x="0" y="363"/>
                    <a:pt x="107" y="470"/>
                    <a:pt x="239" y="470"/>
                  </a:cubicBezTo>
                  <a:cubicBezTo>
                    <a:pt x="372" y="470"/>
                    <a:pt x="479" y="363"/>
                    <a:pt x="479" y="231"/>
                  </a:cubicBezTo>
                  <a:cubicBezTo>
                    <a:pt x="479" y="107"/>
                    <a:pt x="372" y="0"/>
                    <a:pt x="239" y="0"/>
                  </a:cubicBezTo>
                  <a:close/>
                  <a:moveTo>
                    <a:pt x="337" y="195"/>
                  </a:moveTo>
                  <a:lnTo>
                    <a:pt x="337" y="195"/>
                  </a:lnTo>
                  <a:cubicBezTo>
                    <a:pt x="337" y="257"/>
                    <a:pt x="292" y="328"/>
                    <a:pt x="204" y="328"/>
                  </a:cubicBezTo>
                  <a:cubicBezTo>
                    <a:pt x="178" y="328"/>
                    <a:pt x="151" y="319"/>
                    <a:pt x="133" y="310"/>
                  </a:cubicBezTo>
                  <a:lnTo>
                    <a:pt x="142" y="310"/>
                  </a:lnTo>
                  <a:cubicBezTo>
                    <a:pt x="160" y="310"/>
                    <a:pt x="186" y="301"/>
                    <a:pt x="204" y="293"/>
                  </a:cubicBezTo>
                  <a:cubicBezTo>
                    <a:pt x="178" y="293"/>
                    <a:pt x="160" y="275"/>
                    <a:pt x="160" y="257"/>
                  </a:cubicBezTo>
                  <a:cubicBezTo>
                    <a:pt x="160" y="257"/>
                    <a:pt x="160" y="257"/>
                    <a:pt x="169" y="257"/>
                  </a:cubicBezTo>
                  <a:lnTo>
                    <a:pt x="178" y="257"/>
                  </a:lnTo>
                  <a:cubicBezTo>
                    <a:pt x="160" y="248"/>
                    <a:pt x="142" y="231"/>
                    <a:pt x="142" y="213"/>
                  </a:cubicBezTo>
                  <a:cubicBezTo>
                    <a:pt x="142" y="213"/>
                    <a:pt x="151" y="213"/>
                    <a:pt x="160" y="213"/>
                  </a:cubicBezTo>
                  <a:cubicBezTo>
                    <a:pt x="151" y="204"/>
                    <a:pt x="142" y="195"/>
                    <a:pt x="142" y="178"/>
                  </a:cubicBezTo>
                  <a:cubicBezTo>
                    <a:pt x="142" y="169"/>
                    <a:pt x="142" y="160"/>
                    <a:pt x="151" y="151"/>
                  </a:cubicBezTo>
                  <a:cubicBezTo>
                    <a:pt x="169" y="178"/>
                    <a:pt x="204" y="204"/>
                    <a:pt x="239" y="204"/>
                  </a:cubicBezTo>
                  <a:cubicBezTo>
                    <a:pt x="239" y="195"/>
                    <a:pt x="239" y="195"/>
                    <a:pt x="239" y="195"/>
                  </a:cubicBezTo>
                  <a:cubicBezTo>
                    <a:pt x="239" y="169"/>
                    <a:pt x="266" y="142"/>
                    <a:pt x="292" y="142"/>
                  </a:cubicBezTo>
                  <a:cubicBezTo>
                    <a:pt x="301" y="142"/>
                    <a:pt x="319" y="151"/>
                    <a:pt x="319" y="160"/>
                  </a:cubicBezTo>
                  <a:cubicBezTo>
                    <a:pt x="337" y="160"/>
                    <a:pt x="346" y="151"/>
                    <a:pt x="355" y="151"/>
                  </a:cubicBezTo>
                  <a:cubicBezTo>
                    <a:pt x="346" y="160"/>
                    <a:pt x="346" y="169"/>
                    <a:pt x="337" y="178"/>
                  </a:cubicBezTo>
                  <a:cubicBezTo>
                    <a:pt x="346" y="178"/>
                    <a:pt x="355" y="169"/>
                    <a:pt x="364" y="169"/>
                  </a:cubicBezTo>
                  <a:cubicBezTo>
                    <a:pt x="355" y="178"/>
                    <a:pt x="346" y="187"/>
                    <a:pt x="337" y="1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p38"/>
          <p:cNvSpPr txBox="1"/>
          <p:nvPr/>
        </p:nvSpPr>
        <p:spPr>
          <a:xfrm>
            <a:off x="9068373" y="6316167"/>
            <a:ext cx="2255743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Copyright © AeroTech. All rights.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8"/>
          <p:cNvSpPr txBox="1"/>
          <p:nvPr/>
        </p:nvSpPr>
        <p:spPr>
          <a:xfrm>
            <a:off x="593878" y="6311195"/>
            <a:ext cx="2358872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www.yourwebsite.com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Custom Layout">
  <p:cSld name="24_Custom Layout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/>
          <p:nvPr>
            <p:ph idx="2" type="pic"/>
          </p:nvPr>
        </p:nvSpPr>
        <p:spPr>
          <a:xfrm>
            <a:off x="0" y="2680333"/>
            <a:ext cx="6096000" cy="306267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0"/>
          <p:cNvSpPr/>
          <p:nvPr>
            <p:ph idx="2" type="pic"/>
          </p:nvPr>
        </p:nvSpPr>
        <p:spPr>
          <a:xfrm>
            <a:off x="2458066" y="914400"/>
            <a:ext cx="7275870" cy="296442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6_Custom Layout">
  <p:cSld name="36_Custom Layou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1"/>
          <p:cNvSpPr/>
          <p:nvPr>
            <p:ph idx="2" type="pic"/>
          </p:nvPr>
        </p:nvSpPr>
        <p:spPr>
          <a:xfrm>
            <a:off x="1" y="0"/>
            <a:ext cx="12192000" cy="34289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4_Custom Layout">
  <p:cSld name="34_Custom Layou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2_Custom Layout">
  <p:cSld name="32_Custom Layou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1_Custom Layout">
  <p:cSld name="31_Custom Layou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4"/>
          <p:cNvSpPr/>
          <p:nvPr/>
        </p:nvSpPr>
        <p:spPr>
          <a:xfrm flipH="1">
            <a:off x="0" y="723900"/>
            <a:ext cx="6105614" cy="5410199"/>
          </a:xfrm>
          <a:custGeom>
            <a:rect b="b" l="l" r="r" t="t"/>
            <a:pathLst>
              <a:path extrusionOk="0" h="16960" w="19140">
                <a:moveTo>
                  <a:pt x="19140" y="2066"/>
                </a:moveTo>
                <a:lnTo>
                  <a:pt x="18960" y="1843"/>
                </a:lnTo>
                <a:lnTo>
                  <a:pt x="18773" y="1632"/>
                </a:lnTo>
                <a:lnTo>
                  <a:pt x="18580" y="1435"/>
                </a:lnTo>
                <a:lnTo>
                  <a:pt x="18382" y="1250"/>
                </a:lnTo>
                <a:lnTo>
                  <a:pt x="18180" y="1079"/>
                </a:lnTo>
                <a:lnTo>
                  <a:pt x="17974" y="920"/>
                </a:lnTo>
                <a:lnTo>
                  <a:pt x="17762" y="773"/>
                </a:lnTo>
                <a:lnTo>
                  <a:pt x="17547" y="640"/>
                </a:lnTo>
                <a:lnTo>
                  <a:pt x="17326" y="519"/>
                </a:lnTo>
                <a:lnTo>
                  <a:pt x="17102" y="412"/>
                </a:lnTo>
                <a:lnTo>
                  <a:pt x="16876" y="316"/>
                </a:lnTo>
                <a:lnTo>
                  <a:pt x="16645" y="233"/>
                </a:lnTo>
                <a:lnTo>
                  <a:pt x="16411" y="162"/>
                </a:lnTo>
                <a:lnTo>
                  <a:pt x="16175" y="105"/>
                </a:lnTo>
                <a:lnTo>
                  <a:pt x="15936" y="61"/>
                </a:lnTo>
                <a:lnTo>
                  <a:pt x="15694" y="27"/>
                </a:lnTo>
                <a:lnTo>
                  <a:pt x="15451" y="8"/>
                </a:lnTo>
                <a:lnTo>
                  <a:pt x="15205" y="0"/>
                </a:lnTo>
                <a:lnTo>
                  <a:pt x="14959" y="4"/>
                </a:lnTo>
                <a:lnTo>
                  <a:pt x="14710" y="22"/>
                </a:lnTo>
                <a:lnTo>
                  <a:pt x="14461" y="52"/>
                </a:lnTo>
                <a:lnTo>
                  <a:pt x="14209" y="94"/>
                </a:lnTo>
                <a:lnTo>
                  <a:pt x="13958" y="148"/>
                </a:lnTo>
                <a:lnTo>
                  <a:pt x="13706" y="215"/>
                </a:lnTo>
                <a:lnTo>
                  <a:pt x="13455" y="294"/>
                </a:lnTo>
                <a:lnTo>
                  <a:pt x="13202" y="386"/>
                </a:lnTo>
                <a:lnTo>
                  <a:pt x="12951" y="490"/>
                </a:lnTo>
                <a:lnTo>
                  <a:pt x="12699" y="606"/>
                </a:lnTo>
                <a:lnTo>
                  <a:pt x="12448" y="734"/>
                </a:lnTo>
                <a:lnTo>
                  <a:pt x="12199" y="874"/>
                </a:lnTo>
                <a:lnTo>
                  <a:pt x="11949" y="1027"/>
                </a:lnTo>
                <a:lnTo>
                  <a:pt x="11703" y="1191"/>
                </a:lnTo>
                <a:lnTo>
                  <a:pt x="11611" y="1259"/>
                </a:lnTo>
                <a:lnTo>
                  <a:pt x="11522" y="1328"/>
                </a:lnTo>
                <a:lnTo>
                  <a:pt x="11433" y="1402"/>
                </a:lnTo>
                <a:lnTo>
                  <a:pt x="11347" y="1480"/>
                </a:lnTo>
                <a:lnTo>
                  <a:pt x="11261" y="1560"/>
                </a:lnTo>
                <a:lnTo>
                  <a:pt x="11175" y="1644"/>
                </a:lnTo>
                <a:lnTo>
                  <a:pt x="11090" y="1731"/>
                </a:lnTo>
                <a:lnTo>
                  <a:pt x="11005" y="1819"/>
                </a:lnTo>
                <a:lnTo>
                  <a:pt x="10833" y="2000"/>
                </a:lnTo>
                <a:lnTo>
                  <a:pt x="10660" y="2187"/>
                </a:lnTo>
                <a:lnTo>
                  <a:pt x="10571" y="2280"/>
                </a:lnTo>
                <a:lnTo>
                  <a:pt x="10481" y="2374"/>
                </a:lnTo>
                <a:lnTo>
                  <a:pt x="10390" y="2467"/>
                </a:lnTo>
                <a:lnTo>
                  <a:pt x="10297" y="2559"/>
                </a:lnTo>
                <a:lnTo>
                  <a:pt x="10201" y="2652"/>
                </a:lnTo>
                <a:lnTo>
                  <a:pt x="10103" y="2742"/>
                </a:lnTo>
                <a:lnTo>
                  <a:pt x="10002" y="2830"/>
                </a:lnTo>
                <a:lnTo>
                  <a:pt x="9898" y="2916"/>
                </a:lnTo>
                <a:lnTo>
                  <a:pt x="9792" y="3000"/>
                </a:lnTo>
                <a:lnTo>
                  <a:pt x="9681" y="3082"/>
                </a:lnTo>
                <a:lnTo>
                  <a:pt x="9566" y="3160"/>
                </a:lnTo>
                <a:lnTo>
                  <a:pt x="9449" y="3235"/>
                </a:lnTo>
                <a:lnTo>
                  <a:pt x="9327" y="3306"/>
                </a:lnTo>
                <a:lnTo>
                  <a:pt x="9200" y="3372"/>
                </a:lnTo>
                <a:lnTo>
                  <a:pt x="9069" y="3434"/>
                </a:lnTo>
                <a:lnTo>
                  <a:pt x="8933" y="3491"/>
                </a:lnTo>
                <a:lnTo>
                  <a:pt x="8792" y="3543"/>
                </a:lnTo>
                <a:lnTo>
                  <a:pt x="8644" y="3588"/>
                </a:lnTo>
                <a:lnTo>
                  <a:pt x="8492" y="3629"/>
                </a:lnTo>
                <a:lnTo>
                  <a:pt x="8333" y="3663"/>
                </a:lnTo>
                <a:lnTo>
                  <a:pt x="7915" y="3745"/>
                </a:lnTo>
                <a:lnTo>
                  <a:pt x="7507" y="3832"/>
                </a:lnTo>
                <a:lnTo>
                  <a:pt x="7108" y="3921"/>
                </a:lnTo>
                <a:lnTo>
                  <a:pt x="6718" y="4016"/>
                </a:lnTo>
                <a:lnTo>
                  <a:pt x="6337" y="4116"/>
                </a:lnTo>
                <a:lnTo>
                  <a:pt x="5966" y="4220"/>
                </a:lnTo>
                <a:lnTo>
                  <a:pt x="5604" y="4330"/>
                </a:lnTo>
                <a:lnTo>
                  <a:pt x="5253" y="4444"/>
                </a:lnTo>
                <a:lnTo>
                  <a:pt x="4912" y="4564"/>
                </a:lnTo>
                <a:lnTo>
                  <a:pt x="4580" y="4689"/>
                </a:lnTo>
                <a:lnTo>
                  <a:pt x="4259" y="4821"/>
                </a:lnTo>
                <a:lnTo>
                  <a:pt x="3949" y="4959"/>
                </a:lnTo>
                <a:lnTo>
                  <a:pt x="3650" y="5101"/>
                </a:lnTo>
                <a:lnTo>
                  <a:pt x="3360" y="5252"/>
                </a:lnTo>
                <a:lnTo>
                  <a:pt x="3081" y="5409"/>
                </a:lnTo>
                <a:lnTo>
                  <a:pt x="2814" y="5572"/>
                </a:lnTo>
                <a:lnTo>
                  <a:pt x="2556" y="5743"/>
                </a:lnTo>
                <a:lnTo>
                  <a:pt x="2311" y="5921"/>
                </a:lnTo>
                <a:lnTo>
                  <a:pt x="2077" y="6106"/>
                </a:lnTo>
                <a:lnTo>
                  <a:pt x="1855" y="6299"/>
                </a:lnTo>
                <a:lnTo>
                  <a:pt x="1643" y="6499"/>
                </a:lnTo>
                <a:lnTo>
                  <a:pt x="1444" y="6709"/>
                </a:lnTo>
                <a:lnTo>
                  <a:pt x="1256" y="6926"/>
                </a:lnTo>
                <a:lnTo>
                  <a:pt x="1080" y="7151"/>
                </a:lnTo>
                <a:lnTo>
                  <a:pt x="916" y="7386"/>
                </a:lnTo>
                <a:lnTo>
                  <a:pt x="765" y="7629"/>
                </a:lnTo>
                <a:lnTo>
                  <a:pt x="626" y="7880"/>
                </a:lnTo>
                <a:lnTo>
                  <a:pt x="499" y="8143"/>
                </a:lnTo>
                <a:lnTo>
                  <a:pt x="384" y="8414"/>
                </a:lnTo>
                <a:lnTo>
                  <a:pt x="283" y="8694"/>
                </a:lnTo>
                <a:lnTo>
                  <a:pt x="194" y="8984"/>
                </a:lnTo>
                <a:lnTo>
                  <a:pt x="118" y="9284"/>
                </a:lnTo>
                <a:lnTo>
                  <a:pt x="82" y="9458"/>
                </a:lnTo>
                <a:lnTo>
                  <a:pt x="52" y="9632"/>
                </a:lnTo>
                <a:lnTo>
                  <a:pt x="30" y="9803"/>
                </a:lnTo>
                <a:lnTo>
                  <a:pt x="13" y="9974"/>
                </a:lnTo>
                <a:lnTo>
                  <a:pt x="3" y="10144"/>
                </a:lnTo>
                <a:lnTo>
                  <a:pt x="0" y="10315"/>
                </a:lnTo>
                <a:lnTo>
                  <a:pt x="3" y="10482"/>
                </a:lnTo>
                <a:lnTo>
                  <a:pt x="14" y="10650"/>
                </a:lnTo>
                <a:lnTo>
                  <a:pt x="32" y="10816"/>
                </a:lnTo>
                <a:lnTo>
                  <a:pt x="56" y="10981"/>
                </a:lnTo>
                <a:lnTo>
                  <a:pt x="88" y="11145"/>
                </a:lnTo>
                <a:lnTo>
                  <a:pt x="127" y="11308"/>
                </a:lnTo>
                <a:lnTo>
                  <a:pt x="173" y="11469"/>
                </a:lnTo>
                <a:lnTo>
                  <a:pt x="226" y="11629"/>
                </a:lnTo>
                <a:lnTo>
                  <a:pt x="287" y="11788"/>
                </a:lnTo>
                <a:lnTo>
                  <a:pt x="354" y="11945"/>
                </a:lnTo>
                <a:lnTo>
                  <a:pt x="429" y="12101"/>
                </a:lnTo>
                <a:lnTo>
                  <a:pt x="512" y="12254"/>
                </a:lnTo>
                <a:lnTo>
                  <a:pt x="603" y="12406"/>
                </a:lnTo>
                <a:lnTo>
                  <a:pt x="701" y="12557"/>
                </a:lnTo>
                <a:lnTo>
                  <a:pt x="807" y="12707"/>
                </a:lnTo>
                <a:lnTo>
                  <a:pt x="920" y="12854"/>
                </a:lnTo>
                <a:lnTo>
                  <a:pt x="1043" y="12999"/>
                </a:lnTo>
                <a:lnTo>
                  <a:pt x="1172" y="13143"/>
                </a:lnTo>
                <a:lnTo>
                  <a:pt x="1310" y="13285"/>
                </a:lnTo>
                <a:lnTo>
                  <a:pt x="1455" y="13425"/>
                </a:lnTo>
                <a:lnTo>
                  <a:pt x="1608" y="13563"/>
                </a:lnTo>
                <a:lnTo>
                  <a:pt x="1771" y="13699"/>
                </a:lnTo>
                <a:lnTo>
                  <a:pt x="1941" y="13833"/>
                </a:lnTo>
                <a:lnTo>
                  <a:pt x="2118" y="13965"/>
                </a:lnTo>
                <a:lnTo>
                  <a:pt x="2305" y="14094"/>
                </a:lnTo>
                <a:lnTo>
                  <a:pt x="2500" y="14221"/>
                </a:lnTo>
                <a:lnTo>
                  <a:pt x="2611" y="14289"/>
                </a:lnTo>
                <a:lnTo>
                  <a:pt x="2726" y="14353"/>
                </a:lnTo>
                <a:lnTo>
                  <a:pt x="2842" y="14414"/>
                </a:lnTo>
                <a:lnTo>
                  <a:pt x="2961" y="14471"/>
                </a:lnTo>
                <a:lnTo>
                  <a:pt x="3082" y="14525"/>
                </a:lnTo>
                <a:lnTo>
                  <a:pt x="3204" y="14575"/>
                </a:lnTo>
                <a:lnTo>
                  <a:pt x="3330" y="14622"/>
                </a:lnTo>
                <a:lnTo>
                  <a:pt x="3457" y="14666"/>
                </a:lnTo>
                <a:lnTo>
                  <a:pt x="3587" y="14707"/>
                </a:lnTo>
                <a:lnTo>
                  <a:pt x="3718" y="14744"/>
                </a:lnTo>
                <a:lnTo>
                  <a:pt x="3852" y="14779"/>
                </a:lnTo>
                <a:lnTo>
                  <a:pt x="3987" y="14810"/>
                </a:lnTo>
                <a:lnTo>
                  <a:pt x="4125" y="14839"/>
                </a:lnTo>
                <a:lnTo>
                  <a:pt x="4264" y="14865"/>
                </a:lnTo>
                <a:lnTo>
                  <a:pt x="4405" y="14888"/>
                </a:lnTo>
                <a:lnTo>
                  <a:pt x="4548" y="14908"/>
                </a:lnTo>
                <a:lnTo>
                  <a:pt x="4693" y="14926"/>
                </a:lnTo>
                <a:lnTo>
                  <a:pt x="4839" y="14942"/>
                </a:lnTo>
                <a:lnTo>
                  <a:pt x="4986" y="14954"/>
                </a:lnTo>
                <a:lnTo>
                  <a:pt x="5136" y="14965"/>
                </a:lnTo>
                <a:lnTo>
                  <a:pt x="5287" y="14973"/>
                </a:lnTo>
                <a:lnTo>
                  <a:pt x="5439" y="14979"/>
                </a:lnTo>
                <a:lnTo>
                  <a:pt x="5593" y="14983"/>
                </a:lnTo>
                <a:lnTo>
                  <a:pt x="5749" y="14984"/>
                </a:lnTo>
                <a:lnTo>
                  <a:pt x="5904" y="14983"/>
                </a:lnTo>
                <a:lnTo>
                  <a:pt x="6063" y="14980"/>
                </a:lnTo>
                <a:lnTo>
                  <a:pt x="6222" y="14977"/>
                </a:lnTo>
                <a:lnTo>
                  <a:pt x="6383" y="14970"/>
                </a:lnTo>
                <a:lnTo>
                  <a:pt x="6545" y="14961"/>
                </a:lnTo>
                <a:lnTo>
                  <a:pt x="6708" y="14952"/>
                </a:lnTo>
                <a:lnTo>
                  <a:pt x="6872" y="14940"/>
                </a:lnTo>
                <a:lnTo>
                  <a:pt x="7036" y="14926"/>
                </a:lnTo>
                <a:lnTo>
                  <a:pt x="7228" y="14904"/>
                </a:lnTo>
                <a:lnTo>
                  <a:pt x="7419" y="14882"/>
                </a:lnTo>
                <a:lnTo>
                  <a:pt x="7610" y="14862"/>
                </a:lnTo>
                <a:lnTo>
                  <a:pt x="7800" y="14845"/>
                </a:lnTo>
                <a:lnTo>
                  <a:pt x="7990" y="14831"/>
                </a:lnTo>
                <a:lnTo>
                  <a:pt x="8180" y="14820"/>
                </a:lnTo>
                <a:lnTo>
                  <a:pt x="8369" y="14810"/>
                </a:lnTo>
                <a:lnTo>
                  <a:pt x="8558" y="14804"/>
                </a:lnTo>
                <a:lnTo>
                  <a:pt x="8746" y="14802"/>
                </a:lnTo>
                <a:lnTo>
                  <a:pt x="8934" y="14802"/>
                </a:lnTo>
                <a:lnTo>
                  <a:pt x="9121" y="14805"/>
                </a:lnTo>
                <a:lnTo>
                  <a:pt x="9308" y="14811"/>
                </a:lnTo>
                <a:lnTo>
                  <a:pt x="9493" y="14822"/>
                </a:lnTo>
                <a:lnTo>
                  <a:pt x="9678" y="14835"/>
                </a:lnTo>
                <a:lnTo>
                  <a:pt x="9862" y="14853"/>
                </a:lnTo>
                <a:lnTo>
                  <a:pt x="10045" y="14875"/>
                </a:lnTo>
                <a:lnTo>
                  <a:pt x="10229" y="14900"/>
                </a:lnTo>
                <a:lnTo>
                  <a:pt x="10409" y="14929"/>
                </a:lnTo>
                <a:lnTo>
                  <a:pt x="10590" y="14962"/>
                </a:lnTo>
                <a:lnTo>
                  <a:pt x="10771" y="15001"/>
                </a:lnTo>
                <a:lnTo>
                  <a:pt x="10950" y="15043"/>
                </a:lnTo>
                <a:lnTo>
                  <a:pt x="11128" y="15089"/>
                </a:lnTo>
                <a:lnTo>
                  <a:pt x="11304" y="15141"/>
                </a:lnTo>
                <a:lnTo>
                  <a:pt x="11480" y="15196"/>
                </a:lnTo>
                <a:lnTo>
                  <a:pt x="11655" y="15257"/>
                </a:lnTo>
                <a:lnTo>
                  <a:pt x="11828" y="15323"/>
                </a:lnTo>
                <a:lnTo>
                  <a:pt x="12001" y="15395"/>
                </a:lnTo>
                <a:lnTo>
                  <a:pt x="12172" y="15471"/>
                </a:lnTo>
                <a:lnTo>
                  <a:pt x="12342" y="15553"/>
                </a:lnTo>
                <a:lnTo>
                  <a:pt x="12510" y="15639"/>
                </a:lnTo>
                <a:lnTo>
                  <a:pt x="12678" y="15733"/>
                </a:lnTo>
                <a:lnTo>
                  <a:pt x="12843" y="15831"/>
                </a:lnTo>
                <a:lnTo>
                  <a:pt x="13019" y="15935"/>
                </a:lnTo>
                <a:lnTo>
                  <a:pt x="13196" y="16034"/>
                </a:lnTo>
                <a:lnTo>
                  <a:pt x="13376" y="16128"/>
                </a:lnTo>
                <a:lnTo>
                  <a:pt x="13555" y="16215"/>
                </a:lnTo>
                <a:lnTo>
                  <a:pt x="13737" y="16298"/>
                </a:lnTo>
                <a:lnTo>
                  <a:pt x="13921" y="16375"/>
                </a:lnTo>
                <a:lnTo>
                  <a:pt x="14105" y="16447"/>
                </a:lnTo>
                <a:lnTo>
                  <a:pt x="14292" y="16514"/>
                </a:lnTo>
                <a:lnTo>
                  <a:pt x="14479" y="16575"/>
                </a:lnTo>
                <a:lnTo>
                  <a:pt x="14668" y="16632"/>
                </a:lnTo>
                <a:lnTo>
                  <a:pt x="14858" y="16684"/>
                </a:lnTo>
                <a:lnTo>
                  <a:pt x="15050" y="16730"/>
                </a:lnTo>
                <a:lnTo>
                  <a:pt x="15243" y="16774"/>
                </a:lnTo>
                <a:lnTo>
                  <a:pt x="15437" y="16811"/>
                </a:lnTo>
                <a:lnTo>
                  <a:pt x="15633" y="16844"/>
                </a:lnTo>
                <a:lnTo>
                  <a:pt x="15829" y="16873"/>
                </a:lnTo>
                <a:lnTo>
                  <a:pt x="16027" y="16898"/>
                </a:lnTo>
                <a:lnTo>
                  <a:pt x="16227" y="16918"/>
                </a:lnTo>
                <a:lnTo>
                  <a:pt x="16427" y="16934"/>
                </a:lnTo>
                <a:lnTo>
                  <a:pt x="16629" y="16947"/>
                </a:lnTo>
                <a:lnTo>
                  <a:pt x="16833" y="16954"/>
                </a:lnTo>
                <a:lnTo>
                  <a:pt x="17036" y="16959"/>
                </a:lnTo>
                <a:lnTo>
                  <a:pt x="17242" y="16960"/>
                </a:lnTo>
                <a:lnTo>
                  <a:pt x="17448" y="16957"/>
                </a:lnTo>
                <a:lnTo>
                  <a:pt x="17656" y="16951"/>
                </a:lnTo>
                <a:lnTo>
                  <a:pt x="17865" y="16940"/>
                </a:lnTo>
                <a:lnTo>
                  <a:pt x="18075" y="16927"/>
                </a:lnTo>
                <a:lnTo>
                  <a:pt x="18285" y="16910"/>
                </a:lnTo>
                <a:lnTo>
                  <a:pt x="18497" y="16890"/>
                </a:lnTo>
                <a:lnTo>
                  <a:pt x="18711" y="16867"/>
                </a:lnTo>
                <a:lnTo>
                  <a:pt x="18925" y="16841"/>
                </a:lnTo>
                <a:lnTo>
                  <a:pt x="19140" y="16811"/>
                </a:lnTo>
                <a:lnTo>
                  <a:pt x="19140" y="2066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4"/>
          <p:cNvSpPr/>
          <p:nvPr>
            <p:ph idx="2" type="pic"/>
          </p:nvPr>
        </p:nvSpPr>
        <p:spPr>
          <a:xfrm>
            <a:off x="0" y="876300"/>
            <a:ext cx="6105614" cy="54101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_Custom Layout">
  <p:cSld name="30_Custom Layou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5"/>
          <p:cNvSpPr/>
          <p:nvPr>
            <p:ph idx="2" type="pic"/>
          </p:nvPr>
        </p:nvSpPr>
        <p:spPr>
          <a:xfrm>
            <a:off x="5346700" y="1485900"/>
            <a:ext cx="6845300" cy="307181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97" name="Google Shape;197;p45"/>
          <p:cNvSpPr/>
          <p:nvPr>
            <p:ph idx="3" type="pic"/>
          </p:nvPr>
        </p:nvSpPr>
        <p:spPr>
          <a:xfrm>
            <a:off x="6931039" y="3082414"/>
            <a:ext cx="5260961" cy="2839414"/>
          </a:xfrm>
          <a:prstGeom prst="rect">
            <a:avLst/>
          </a:prstGeom>
          <a:solidFill>
            <a:srgbClr val="F2F2F2">
              <a:alpha val="20000"/>
            </a:srgbClr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_Custom Layout">
  <p:cSld name="29_Custom Layout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6"/>
          <p:cNvSpPr/>
          <p:nvPr>
            <p:ph idx="2" type="pic"/>
          </p:nvPr>
        </p:nvSpPr>
        <p:spPr>
          <a:xfrm>
            <a:off x="5524500" y="0"/>
            <a:ext cx="66675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1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21.xml"/><Relationship Id="rId44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20.xml"/><Relationship Id="rId43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23.xml"/><Relationship Id="rId46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22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47" Type="http://schemas.openxmlformats.org/officeDocument/2006/relationships/theme" Target="../theme/theme2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37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13.xml"/><Relationship Id="rId3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16.xml"/><Relationship Id="rId39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15.xml"/><Relationship Id="rId38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8794982" y="6304845"/>
            <a:ext cx="3397018" cy="260266"/>
          </a:xfrm>
          <a:custGeom>
            <a:rect b="b" l="l" r="r" t="t"/>
            <a:pathLst>
              <a:path extrusionOk="0" h="260266" w="3397018">
                <a:moveTo>
                  <a:pt x="203200" y="0"/>
                </a:moveTo>
                <a:lnTo>
                  <a:pt x="3397018" y="5745"/>
                </a:lnTo>
                <a:lnTo>
                  <a:pt x="3397018" y="260266"/>
                </a:lnTo>
                <a:lnTo>
                  <a:pt x="0" y="260266"/>
                </a:lnTo>
                <a:lnTo>
                  <a:pt x="20320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139700" rotWithShape="0" algn="t" dir="5400000" dist="25400">
              <a:srgbClr val="000000">
                <a:alpha val="1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/>
        </p:nvSpPr>
        <p:spPr>
          <a:xfrm flipH="1">
            <a:off x="9442630" y="178589"/>
            <a:ext cx="243850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fld id="{00000000-1234-1234-1234-123412341234}" type="slidenum">
              <a:rPr b="1" i="0" lang="pt-BR" sz="6000" u="none" cap="none" strike="noStrik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1" i="0" sz="28700" u="none" cap="none" strike="noStrik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9068373" y="6316167"/>
            <a:ext cx="2812762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pt-BR" sz="105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Treinamento para Certificação - SENAI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20142" y="-168204"/>
            <a:ext cx="1399032" cy="139903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Relationship Id="rId6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Relationship Id="rId5" Type="http://schemas.openxmlformats.org/officeDocument/2006/relationships/hyperlink" Target="https://docs.microsoft.com/pt-br/learn/modules/explore-core-data-concepts/3-file-storage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2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Relationship Id="rId4" Type="http://schemas.openxmlformats.org/officeDocument/2006/relationships/image" Target="../media/image32.jpg"/><Relationship Id="rId5" Type="http://schemas.openxmlformats.org/officeDocument/2006/relationships/image" Target="../media/image30.png"/><Relationship Id="rId6" Type="http://schemas.openxmlformats.org/officeDocument/2006/relationships/image" Target="../media/image3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png"/><Relationship Id="rId4" Type="http://schemas.openxmlformats.org/officeDocument/2006/relationships/image" Target="../media/image35.jpg"/><Relationship Id="rId5" Type="http://schemas.openxmlformats.org/officeDocument/2006/relationships/image" Target="../media/image27.png"/><Relationship Id="rId6" Type="http://schemas.openxmlformats.org/officeDocument/2006/relationships/image" Target="../media/image3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4.png"/><Relationship Id="rId4" Type="http://schemas.openxmlformats.org/officeDocument/2006/relationships/image" Target="../media/image4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3.png"/><Relationship Id="rId4" Type="http://schemas.openxmlformats.org/officeDocument/2006/relationships/image" Target="../media/image69.png"/><Relationship Id="rId9" Type="http://schemas.openxmlformats.org/officeDocument/2006/relationships/image" Target="../media/image55.png"/><Relationship Id="rId5" Type="http://schemas.openxmlformats.org/officeDocument/2006/relationships/image" Target="../media/image46.png"/><Relationship Id="rId6" Type="http://schemas.openxmlformats.org/officeDocument/2006/relationships/image" Target="../media/image45.png"/><Relationship Id="rId7" Type="http://schemas.openxmlformats.org/officeDocument/2006/relationships/image" Target="../media/image52.png"/><Relationship Id="rId8" Type="http://schemas.openxmlformats.org/officeDocument/2006/relationships/image" Target="../media/image54.png"/><Relationship Id="rId10" Type="http://schemas.openxmlformats.org/officeDocument/2006/relationships/image" Target="../media/image5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7.png"/><Relationship Id="rId4" Type="http://schemas.openxmlformats.org/officeDocument/2006/relationships/image" Target="../media/image57.png"/><Relationship Id="rId9" Type="http://schemas.openxmlformats.org/officeDocument/2006/relationships/image" Target="../media/image64.png"/><Relationship Id="rId5" Type="http://schemas.openxmlformats.org/officeDocument/2006/relationships/image" Target="../media/image61.png"/><Relationship Id="rId6" Type="http://schemas.openxmlformats.org/officeDocument/2006/relationships/image" Target="../media/image58.png"/><Relationship Id="rId7" Type="http://schemas.openxmlformats.org/officeDocument/2006/relationships/image" Target="../media/image66.png"/><Relationship Id="rId8" Type="http://schemas.openxmlformats.org/officeDocument/2006/relationships/image" Target="../media/image71.png"/><Relationship Id="rId11" Type="http://schemas.openxmlformats.org/officeDocument/2006/relationships/image" Target="../media/image60.png"/><Relationship Id="rId10" Type="http://schemas.openxmlformats.org/officeDocument/2006/relationships/image" Target="../media/image62.png"/><Relationship Id="rId13" Type="http://schemas.openxmlformats.org/officeDocument/2006/relationships/image" Target="../media/image63.png"/><Relationship Id="rId12" Type="http://schemas.openxmlformats.org/officeDocument/2006/relationships/image" Target="../media/image59.png"/><Relationship Id="rId15" Type="http://schemas.openxmlformats.org/officeDocument/2006/relationships/image" Target="../media/image68.png"/><Relationship Id="rId14" Type="http://schemas.openxmlformats.org/officeDocument/2006/relationships/image" Target="../media/image65.png"/><Relationship Id="rId16" Type="http://schemas.openxmlformats.org/officeDocument/2006/relationships/image" Target="../media/image7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47"/>
          <p:cNvGrpSpPr/>
          <p:nvPr/>
        </p:nvGrpSpPr>
        <p:grpSpPr>
          <a:xfrm>
            <a:off x="593393" y="-1882151"/>
            <a:ext cx="10959673" cy="10959673"/>
            <a:chOff x="1767348" y="-899652"/>
            <a:chExt cx="8657304" cy="8657304"/>
          </a:xfrm>
        </p:grpSpPr>
        <p:grpSp>
          <p:nvGrpSpPr>
            <p:cNvPr id="205" name="Google Shape;205;p47"/>
            <p:cNvGrpSpPr/>
            <p:nvPr/>
          </p:nvGrpSpPr>
          <p:grpSpPr>
            <a:xfrm>
              <a:off x="1767348" y="-899652"/>
              <a:ext cx="8657304" cy="8657304"/>
              <a:chOff x="-6110596" y="4728339"/>
              <a:chExt cx="3870316" cy="3870316"/>
            </a:xfrm>
          </p:grpSpPr>
          <p:sp>
            <p:nvSpPr>
              <p:cNvPr id="206" name="Google Shape;206;p47"/>
              <p:cNvSpPr/>
              <p:nvPr/>
            </p:nvSpPr>
            <p:spPr>
              <a:xfrm>
                <a:off x="-5866885" y="4972050"/>
                <a:ext cx="3382894" cy="3382894"/>
              </a:xfrm>
              <a:prstGeom prst="ellipse">
                <a:avLst/>
              </a:prstGeom>
              <a:noFill/>
              <a:ln cap="flat" cmpd="sng" w="12700">
                <a:solidFill>
                  <a:srgbClr val="D8D8D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47"/>
              <p:cNvSpPr/>
              <p:nvPr/>
            </p:nvSpPr>
            <p:spPr>
              <a:xfrm>
                <a:off x="-6110596" y="4728339"/>
                <a:ext cx="3870316" cy="3870316"/>
              </a:xfrm>
              <a:prstGeom prst="ellipse">
                <a:avLst/>
              </a:prstGeom>
              <a:noFill/>
              <a:ln cap="flat" cmpd="sng" w="12700">
                <a:solidFill>
                  <a:srgbClr val="D8D8D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47"/>
              <p:cNvSpPr/>
              <p:nvPr/>
            </p:nvSpPr>
            <p:spPr>
              <a:xfrm>
                <a:off x="-5506817" y="5332118"/>
                <a:ext cx="2662758" cy="2662758"/>
              </a:xfrm>
              <a:prstGeom prst="ellipse">
                <a:avLst/>
              </a:prstGeom>
              <a:noFill/>
              <a:ln cap="flat" cmpd="sng" w="12700">
                <a:solidFill>
                  <a:srgbClr val="D8D8D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47"/>
              <p:cNvSpPr/>
              <p:nvPr/>
            </p:nvSpPr>
            <p:spPr>
              <a:xfrm>
                <a:off x="-5181278" y="5657657"/>
                <a:ext cx="2011680" cy="2011680"/>
              </a:xfrm>
              <a:prstGeom prst="ellipse">
                <a:avLst/>
              </a:prstGeom>
              <a:noFill/>
              <a:ln cap="flat" cmpd="sng" w="12700">
                <a:solidFill>
                  <a:srgbClr val="D8D8D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" name="Google Shape;210;p47"/>
            <p:cNvGrpSpPr/>
            <p:nvPr/>
          </p:nvGrpSpPr>
          <p:grpSpPr>
            <a:xfrm>
              <a:off x="2199719" y="775384"/>
              <a:ext cx="6874374" cy="4942000"/>
              <a:chOff x="-5917301" y="2252173"/>
              <a:chExt cx="3073243" cy="2209360"/>
            </a:xfrm>
          </p:grpSpPr>
          <p:sp>
            <p:nvSpPr>
              <p:cNvPr id="211" name="Google Shape;211;p47"/>
              <p:cNvSpPr/>
              <p:nvPr/>
            </p:nvSpPr>
            <p:spPr>
              <a:xfrm>
                <a:off x="-3159527" y="2619284"/>
                <a:ext cx="127402" cy="127402"/>
              </a:xfrm>
              <a:prstGeom prst="ellipse">
                <a:avLst/>
              </a:prstGeom>
              <a:solidFill>
                <a:srgbClr val="2246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47"/>
              <p:cNvSpPr/>
              <p:nvPr/>
            </p:nvSpPr>
            <p:spPr>
              <a:xfrm>
                <a:off x="-2971460" y="2252173"/>
                <a:ext cx="127402" cy="127402"/>
              </a:xfrm>
              <a:prstGeom prst="ellipse">
                <a:avLst/>
              </a:prstGeom>
              <a:solidFill>
                <a:srgbClr val="2246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47"/>
              <p:cNvSpPr/>
              <p:nvPr/>
            </p:nvSpPr>
            <p:spPr>
              <a:xfrm>
                <a:off x="-5917301" y="3155068"/>
                <a:ext cx="127402" cy="127402"/>
              </a:xfrm>
              <a:prstGeom prst="ellipse">
                <a:avLst/>
              </a:prstGeom>
              <a:solidFill>
                <a:srgbClr val="2246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47"/>
              <p:cNvSpPr/>
              <p:nvPr/>
            </p:nvSpPr>
            <p:spPr>
              <a:xfrm>
                <a:off x="-5410548" y="2746686"/>
                <a:ext cx="127402" cy="127402"/>
              </a:xfrm>
              <a:prstGeom prst="ellipse">
                <a:avLst/>
              </a:prstGeom>
              <a:solidFill>
                <a:srgbClr val="2246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47"/>
              <p:cNvSpPr/>
              <p:nvPr/>
            </p:nvSpPr>
            <p:spPr>
              <a:xfrm>
                <a:off x="-5716977" y="4240869"/>
                <a:ext cx="127402" cy="127402"/>
              </a:xfrm>
              <a:prstGeom prst="ellipse">
                <a:avLst/>
              </a:prstGeom>
              <a:solidFill>
                <a:srgbClr val="2246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47"/>
              <p:cNvSpPr/>
              <p:nvPr/>
            </p:nvSpPr>
            <p:spPr>
              <a:xfrm>
                <a:off x="-4480790" y="4348940"/>
                <a:ext cx="112593" cy="112593"/>
              </a:xfrm>
              <a:prstGeom prst="ellipse">
                <a:avLst/>
              </a:prstGeom>
              <a:solidFill>
                <a:srgbClr val="2246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47"/>
              <p:cNvSpPr/>
              <p:nvPr/>
            </p:nvSpPr>
            <p:spPr>
              <a:xfrm>
                <a:off x="-3119421" y="4102065"/>
                <a:ext cx="112593" cy="112593"/>
              </a:xfrm>
              <a:prstGeom prst="ellipse">
                <a:avLst/>
              </a:prstGeom>
              <a:solidFill>
                <a:srgbClr val="2246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8" name="Google Shape;218;p47"/>
          <p:cNvSpPr txBox="1"/>
          <p:nvPr/>
        </p:nvSpPr>
        <p:spPr>
          <a:xfrm>
            <a:off x="3089702" y="2785235"/>
            <a:ext cx="6051508" cy="1862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r>
              <a:rPr b="1" i="0" lang="pt-BR" sz="11500" u="none" cap="none" strike="noStrike">
                <a:solidFill>
                  <a:srgbClr val="00188F"/>
                </a:solidFill>
                <a:latin typeface="Montserrat"/>
                <a:ea typeface="Montserrat"/>
                <a:cs typeface="Montserrat"/>
                <a:sym typeface="Montserrat"/>
              </a:rPr>
              <a:t>DP-900</a:t>
            </a:r>
            <a:endParaRPr b="0" i="0" sz="11500" u="none" cap="none" strike="noStrike">
              <a:solidFill>
                <a:srgbClr val="0018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9" name="Google Shape;219;p47"/>
          <p:cNvPicPr preferRelativeResize="0"/>
          <p:nvPr/>
        </p:nvPicPr>
        <p:blipFill rotWithShape="1">
          <a:blip r:embed="rId3">
            <a:alphaModFix/>
          </a:blip>
          <a:srcRect b="33388" l="0" r="-1003" t="29785"/>
          <a:stretch/>
        </p:blipFill>
        <p:spPr>
          <a:xfrm>
            <a:off x="3196629" y="956808"/>
            <a:ext cx="5611941" cy="204602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47"/>
          <p:cNvSpPr txBox="1"/>
          <p:nvPr/>
        </p:nvSpPr>
        <p:spPr>
          <a:xfrm>
            <a:off x="2894219" y="4552662"/>
            <a:ext cx="6417542" cy="10771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32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Explorar os principais conceitos de dados</a:t>
            </a:r>
            <a:endParaRPr b="0" i="0" sz="40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8"/>
          <p:cNvSpPr/>
          <p:nvPr/>
        </p:nvSpPr>
        <p:spPr>
          <a:xfrm>
            <a:off x="234684" y="3088746"/>
            <a:ext cx="4443324" cy="133769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5400" u="none" cap="none" strike="noStrike">
                <a:solidFill>
                  <a:srgbClr val="021C26"/>
                </a:solidFill>
                <a:latin typeface="Arial"/>
                <a:ea typeface="Arial"/>
                <a:cs typeface="Arial"/>
                <a:sym typeface="Arial"/>
              </a:rPr>
              <a:t>31756893201</a:t>
            </a:r>
            <a:endParaRPr b="1" i="0" sz="5400" u="none" cap="none" strike="noStrike">
              <a:solidFill>
                <a:srgbClr val="021C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6" name="Google Shape;226;p48"/>
          <p:cNvGrpSpPr/>
          <p:nvPr/>
        </p:nvGrpSpPr>
        <p:grpSpPr>
          <a:xfrm>
            <a:off x="5116110" y="3103001"/>
            <a:ext cx="1783560" cy="1323439"/>
            <a:chOff x="1768143" y="1111283"/>
            <a:chExt cx="1783561" cy="1323439"/>
          </a:xfrm>
        </p:grpSpPr>
        <p:sp>
          <p:nvSpPr>
            <p:cNvPr id="227" name="Google Shape;227;p48"/>
            <p:cNvSpPr txBox="1"/>
            <p:nvPr/>
          </p:nvSpPr>
          <p:spPr>
            <a:xfrm>
              <a:off x="2359843" y="1111283"/>
              <a:ext cx="1191860" cy="1323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b="1" i="0" lang="pt-BR" sz="8000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b="1" i="0" sz="8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48"/>
            <p:cNvSpPr/>
            <p:nvPr/>
          </p:nvSpPr>
          <p:spPr>
            <a:xfrm rot="-5400000">
              <a:off x="1644861" y="1518330"/>
              <a:ext cx="645307" cy="398744"/>
            </a:xfrm>
            <a:custGeom>
              <a:rect b="b" l="l" r="r" t="t"/>
              <a:pathLst>
                <a:path extrusionOk="0" h="1506721" w="2438400">
                  <a:moveTo>
                    <a:pt x="2150869" y="0"/>
                  </a:moveTo>
                  <a:lnTo>
                    <a:pt x="1219200" y="931669"/>
                  </a:lnTo>
                  <a:lnTo>
                    <a:pt x="287531" y="0"/>
                  </a:lnTo>
                  <a:lnTo>
                    <a:pt x="0" y="287522"/>
                  </a:lnTo>
                  <a:lnTo>
                    <a:pt x="1219200" y="1506722"/>
                  </a:lnTo>
                  <a:lnTo>
                    <a:pt x="2438400" y="28752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9" name="Google Shape;229;p48"/>
          <p:cNvSpPr/>
          <p:nvPr/>
        </p:nvSpPr>
        <p:spPr>
          <a:xfrm>
            <a:off x="7034568" y="2215978"/>
            <a:ext cx="3305175" cy="275893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8"/>
          <p:cNvSpPr txBox="1"/>
          <p:nvPr/>
        </p:nvSpPr>
        <p:spPr>
          <a:xfrm>
            <a:off x="7304365" y="2430374"/>
            <a:ext cx="2765581" cy="2301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Os dados são elementos que constituem a </a:t>
            </a:r>
            <a:r>
              <a:rPr b="1" i="0" lang="pt-BR" sz="14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matéria-prima</a:t>
            </a: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da informação. Podemos defini-los, também, como </a:t>
            </a:r>
            <a:r>
              <a:rPr b="1" i="0" lang="pt-BR" sz="14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conhecimento bruto</a:t>
            </a: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ainda não devidamente tratado para prover insights para uma organização.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8"/>
          <p:cNvSpPr/>
          <p:nvPr/>
        </p:nvSpPr>
        <p:spPr>
          <a:xfrm>
            <a:off x="8577071" y="4566293"/>
            <a:ext cx="3305175" cy="1893717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8"/>
          <p:cNvSpPr txBox="1"/>
          <p:nvPr/>
        </p:nvSpPr>
        <p:spPr>
          <a:xfrm>
            <a:off x="8846868" y="4780689"/>
            <a:ext cx="2765581" cy="14617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Assim, os dados representam um ou mais significados que, de forma isolada, não conseguem ainda transmitir uma mensagem clara.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8"/>
          <p:cNvSpPr txBox="1"/>
          <p:nvPr/>
        </p:nvSpPr>
        <p:spPr>
          <a:xfrm>
            <a:off x="2744917" y="296375"/>
            <a:ext cx="670216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5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O que são dados?</a:t>
            </a:r>
            <a:endParaRPr b="0" i="0" sz="6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1300">
        <p:fade thruBlk="1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9"/>
          <p:cNvSpPr/>
          <p:nvPr/>
        </p:nvSpPr>
        <p:spPr>
          <a:xfrm>
            <a:off x="6095604" y="3691980"/>
            <a:ext cx="4828324" cy="133769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5400" u="none" cap="none" strike="noStrike">
                <a:solidFill>
                  <a:srgbClr val="021C26"/>
                </a:solidFill>
                <a:latin typeface="Arial"/>
                <a:ea typeface="Arial"/>
                <a:cs typeface="Arial"/>
                <a:sym typeface="Arial"/>
              </a:rPr>
              <a:t>31756893201</a:t>
            </a:r>
            <a:endParaRPr b="1" i="0" sz="5400" u="none" cap="none" strike="noStrike">
              <a:solidFill>
                <a:srgbClr val="021C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9"/>
          <p:cNvSpPr/>
          <p:nvPr/>
        </p:nvSpPr>
        <p:spPr>
          <a:xfrm>
            <a:off x="1127072" y="3691980"/>
            <a:ext cx="3531617" cy="133769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5400" u="none" cap="none" strike="noStrike">
                <a:solidFill>
                  <a:srgbClr val="021C26"/>
                </a:solidFill>
                <a:latin typeface="Arial"/>
                <a:ea typeface="Arial"/>
                <a:cs typeface="Arial"/>
                <a:sym typeface="Arial"/>
              </a:rPr>
              <a:t>CPF</a:t>
            </a:r>
            <a:endParaRPr b="1" i="0" sz="5400" u="none" cap="none" strike="noStrike">
              <a:solidFill>
                <a:srgbClr val="021C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9"/>
          <p:cNvSpPr txBox="1"/>
          <p:nvPr/>
        </p:nvSpPr>
        <p:spPr>
          <a:xfrm>
            <a:off x="5058365" y="3945328"/>
            <a:ext cx="63756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pt-BR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49"/>
          <p:cNvSpPr txBox="1"/>
          <p:nvPr/>
        </p:nvSpPr>
        <p:spPr>
          <a:xfrm>
            <a:off x="1415469" y="2116170"/>
            <a:ext cx="885630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São os dados representados de forma organizada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9"/>
          <p:cNvSpPr txBox="1"/>
          <p:nvPr/>
        </p:nvSpPr>
        <p:spPr>
          <a:xfrm>
            <a:off x="2634080" y="539871"/>
            <a:ext cx="670216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5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Informação</a:t>
            </a:r>
            <a:endParaRPr b="0" i="0" sz="6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1300">
        <p:fade thruBlk="1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0"/>
          <p:cNvSpPr/>
          <p:nvPr/>
        </p:nvSpPr>
        <p:spPr>
          <a:xfrm>
            <a:off x="999249" y="2288859"/>
            <a:ext cx="10855353" cy="3464967"/>
          </a:xfrm>
          <a:prstGeom prst="roundRect">
            <a:avLst>
              <a:gd fmla="val 16667" name="adj"/>
            </a:avLst>
          </a:prstGeom>
          <a:solidFill>
            <a:srgbClr val="43536A"/>
          </a:solidFill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50"/>
          <p:cNvSpPr txBox="1"/>
          <p:nvPr/>
        </p:nvSpPr>
        <p:spPr>
          <a:xfrm>
            <a:off x="1998774" y="1236350"/>
            <a:ext cx="885630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É a informação com um contexto bem definido, processado de forma efetiva pelos profissionais</a:t>
            </a:r>
            <a:endParaRPr b="1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50"/>
          <p:cNvSpPr txBox="1"/>
          <p:nvPr/>
        </p:nvSpPr>
        <p:spPr>
          <a:xfrm>
            <a:off x="1349126" y="2556060"/>
            <a:ext cx="9796855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Ajude seu professor a trocar de notebook! Mande um PIX!</a:t>
            </a:r>
            <a:endParaRPr b="1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50"/>
          <p:cNvSpPr/>
          <p:nvPr/>
        </p:nvSpPr>
        <p:spPr>
          <a:xfrm>
            <a:off x="6523908" y="4077912"/>
            <a:ext cx="4828324" cy="133769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5400" u="none" cap="none" strike="noStrike">
                <a:solidFill>
                  <a:srgbClr val="021C26"/>
                </a:solidFill>
                <a:latin typeface="Arial"/>
                <a:ea typeface="Arial"/>
                <a:cs typeface="Arial"/>
                <a:sym typeface="Arial"/>
              </a:rPr>
              <a:t>31756893201</a:t>
            </a:r>
            <a:endParaRPr b="1" i="0" sz="5400" u="none" cap="none" strike="noStrike">
              <a:solidFill>
                <a:srgbClr val="021C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0"/>
          <p:cNvSpPr/>
          <p:nvPr/>
        </p:nvSpPr>
        <p:spPr>
          <a:xfrm>
            <a:off x="1555376" y="4077912"/>
            <a:ext cx="3531617" cy="133769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5400" u="none" cap="none" strike="noStrike">
                <a:solidFill>
                  <a:srgbClr val="021C26"/>
                </a:solidFill>
                <a:latin typeface="Arial"/>
                <a:ea typeface="Arial"/>
                <a:cs typeface="Arial"/>
                <a:sym typeface="Arial"/>
              </a:rPr>
              <a:t>CPF</a:t>
            </a:r>
            <a:endParaRPr b="1" i="0" sz="5400" u="none" cap="none" strike="noStrike">
              <a:solidFill>
                <a:srgbClr val="021C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50"/>
          <p:cNvSpPr txBox="1"/>
          <p:nvPr/>
        </p:nvSpPr>
        <p:spPr>
          <a:xfrm>
            <a:off x="5486669" y="4285094"/>
            <a:ext cx="63756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50"/>
          <p:cNvSpPr txBox="1"/>
          <p:nvPr/>
        </p:nvSpPr>
        <p:spPr>
          <a:xfrm>
            <a:off x="2744917" y="296375"/>
            <a:ext cx="670216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5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Conhecimento</a:t>
            </a:r>
            <a:endParaRPr b="0" i="0" sz="6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1300">
        <p:fade thruBlk="1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1"/>
          <p:cNvSpPr txBox="1"/>
          <p:nvPr/>
        </p:nvSpPr>
        <p:spPr>
          <a:xfrm>
            <a:off x="2450327" y="236171"/>
            <a:ext cx="8007389" cy="923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5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Como classificar?</a:t>
            </a:r>
            <a:endParaRPr b="0" i="0" sz="6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51"/>
          <p:cNvSpPr txBox="1"/>
          <p:nvPr/>
        </p:nvSpPr>
        <p:spPr>
          <a:xfrm>
            <a:off x="1439694" y="1371600"/>
            <a:ext cx="953310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Dados são uma coleção de fatos, números, descrições e/ou objetos armazenados de maneira estruturada, semiestruturada e não estruturada.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51"/>
          <p:cNvSpPr/>
          <p:nvPr/>
        </p:nvSpPr>
        <p:spPr>
          <a:xfrm>
            <a:off x="768485" y="2383277"/>
            <a:ext cx="3346315" cy="505839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011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Estruturados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51"/>
          <p:cNvSpPr/>
          <p:nvPr/>
        </p:nvSpPr>
        <p:spPr>
          <a:xfrm>
            <a:off x="4267200" y="2397257"/>
            <a:ext cx="3346315" cy="505839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011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Semiestruturados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51"/>
          <p:cNvSpPr/>
          <p:nvPr/>
        </p:nvSpPr>
        <p:spPr>
          <a:xfrm>
            <a:off x="7773925" y="2397257"/>
            <a:ext cx="3346315" cy="505839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011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Não estruturados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51"/>
          <p:cNvSpPr/>
          <p:nvPr/>
        </p:nvSpPr>
        <p:spPr>
          <a:xfrm>
            <a:off x="768485" y="2903099"/>
            <a:ext cx="3346315" cy="335179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11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51"/>
          <p:cNvSpPr/>
          <p:nvPr/>
        </p:nvSpPr>
        <p:spPr>
          <a:xfrm>
            <a:off x="4275210" y="2903099"/>
            <a:ext cx="3346315" cy="335179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11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51"/>
          <p:cNvSpPr/>
          <p:nvPr/>
        </p:nvSpPr>
        <p:spPr>
          <a:xfrm>
            <a:off x="7773925" y="2903099"/>
            <a:ext cx="3346315" cy="335179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11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" name="Google Shape;266;p51"/>
          <p:cNvPicPr preferRelativeResize="0"/>
          <p:nvPr/>
        </p:nvPicPr>
        <p:blipFill rotWithShape="1">
          <a:blip r:embed="rId3">
            <a:alphaModFix/>
          </a:blip>
          <a:srcRect b="0" l="12103" r="12101" t="0"/>
          <a:stretch/>
        </p:blipFill>
        <p:spPr>
          <a:xfrm>
            <a:off x="846309" y="3521413"/>
            <a:ext cx="3208037" cy="2169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1494" y="3115617"/>
            <a:ext cx="3059559" cy="28182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peaker Sound Icon - Free vector graphic on Pixabay" id="268" name="Google Shape;268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72585" y="3327379"/>
            <a:ext cx="948996" cy="9489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deo-camera-icon | CSA | Colégio Santo Antônio" id="269" name="Google Shape;269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88414" y="4108858"/>
            <a:ext cx="951787" cy="951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allery Icon #368932 - Free Icons Library" id="270" name="Google Shape;270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36465" y="4110253"/>
            <a:ext cx="948996" cy="9489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Pdf Icon #311482 - Free Icons Library" id="271" name="Google Shape;271;p5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972585" y="4852819"/>
            <a:ext cx="948996" cy="948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2"/>
          <p:cNvSpPr txBox="1"/>
          <p:nvPr>
            <p:ph type="title"/>
          </p:nvPr>
        </p:nvSpPr>
        <p:spPr>
          <a:xfrm>
            <a:off x="1279420" y="477017"/>
            <a:ext cx="9849566" cy="923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 sz="5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DADOS ESTRUTURADOS</a:t>
            </a:r>
            <a:endParaRPr/>
          </a:p>
        </p:txBody>
      </p:sp>
      <p:sp>
        <p:nvSpPr>
          <p:cNvPr id="277" name="Google Shape;277;p52"/>
          <p:cNvSpPr txBox="1"/>
          <p:nvPr/>
        </p:nvSpPr>
        <p:spPr>
          <a:xfrm>
            <a:off x="670661" y="1456436"/>
            <a:ext cx="9415448" cy="321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20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Normalmente organizados em formato TABULAR (linhas e colunas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78" name="Google Shape;278;p52"/>
          <p:cNvGrpSpPr/>
          <p:nvPr/>
        </p:nvGrpSpPr>
        <p:grpSpPr>
          <a:xfrm>
            <a:off x="6204203" y="1748033"/>
            <a:ext cx="5987795" cy="4991100"/>
            <a:chOff x="6204203" y="1748033"/>
            <a:chExt cx="5987795" cy="4991100"/>
          </a:xfrm>
        </p:grpSpPr>
        <p:sp>
          <p:nvSpPr>
            <p:cNvPr id="279" name="Google Shape;279;p52"/>
            <p:cNvSpPr/>
            <p:nvPr/>
          </p:nvSpPr>
          <p:spPr>
            <a:xfrm>
              <a:off x="6204203" y="1748033"/>
              <a:ext cx="5987795" cy="49911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52"/>
            <p:cNvSpPr/>
            <p:nvPr/>
          </p:nvSpPr>
          <p:spPr>
            <a:xfrm>
              <a:off x="6399275" y="1943100"/>
              <a:ext cx="5609844" cy="4421123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1" name="Google Shape;281;p52"/>
          <p:cNvSpPr txBox="1"/>
          <p:nvPr/>
        </p:nvSpPr>
        <p:spPr>
          <a:xfrm>
            <a:off x="6399276" y="6345935"/>
            <a:ext cx="5610225" cy="243840"/>
          </a:xfrm>
          <a:prstGeom prst="rect">
            <a:avLst/>
          </a:prstGeom>
          <a:solidFill>
            <a:srgbClr val="042E60"/>
          </a:solidFill>
          <a:ln cap="flat" cmpd="sng" w="15875">
            <a:solidFill>
              <a:srgbClr val="03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905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PRODUCTS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82" name="Google Shape;282;p52"/>
          <p:cNvGrpSpPr/>
          <p:nvPr/>
        </p:nvGrpSpPr>
        <p:grpSpPr>
          <a:xfrm>
            <a:off x="115823" y="1748033"/>
            <a:ext cx="6286500" cy="4991100"/>
            <a:chOff x="115823" y="1748033"/>
            <a:chExt cx="6286500" cy="4991100"/>
          </a:xfrm>
        </p:grpSpPr>
        <p:sp>
          <p:nvSpPr>
            <p:cNvPr id="283" name="Google Shape;283;p52"/>
            <p:cNvSpPr/>
            <p:nvPr/>
          </p:nvSpPr>
          <p:spPr>
            <a:xfrm>
              <a:off x="115823" y="1748033"/>
              <a:ext cx="6286500" cy="49911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52"/>
            <p:cNvSpPr/>
            <p:nvPr/>
          </p:nvSpPr>
          <p:spPr>
            <a:xfrm>
              <a:off x="310895" y="1943099"/>
              <a:ext cx="5716524" cy="4421124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5" name="Google Shape;285;p52"/>
          <p:cNvSpPr txBox="1"/>
          <p:nvPr/>
        </p:nvSpPr>
        <p:spPr>
          <a:xfrm>
            <a:off x="310895" y="6364223"/>
            <a:ext cx="5716905" cy="243840"/>
          </a:xfrm>
          <a:prstGeom prst="rect">
            <a:avLst/>
          </a:prstGeom>
          <a:solidFill>
            <a:srgbClr val="042E60"/>
          </a:solidFill>
          <a:ln cap="flat" cmpd="sng" w="15875">
            <a:solidFill>
              <a:srgbClr val="03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CUSTOMERS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3"/>
          <p:cNvSpPr txBox="1"/>
          <p:nvPr>
            <p:ph type="title"/>
          </p:nvPr>
        </p:nvSpPr>
        <p:spPr>
          <a:xfrm>
            <a:off x="945341" y="0"/>
            <a:ext cx="10041314" cy="1754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 sz="5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DADOS SEMIESTRUTURADOS</a:t>
            </a:r>
            <a:endParaRPr/>
          </a:p>
        </p:txBody>
      </p:sp>
      <p:sp>
        <p:nvSpPr>
          <p:cNvPr id="291" name="Google Shape;291;p53"/>
          <p:cNvSpPr txBox="1"/>
          <p:nvPr/>
        </p:nvSpPr>
        <p:spPr>
          <a:xfrm>
            <a:off x="527489" y="2276654"/>
            <a:ext cx="4708525" cy="3104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20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Neste formato existe algum tipo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de estruturação (existe um padrão)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7019" lvl="0" marL="299085" marR="955039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20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Porém nem sempre ele é  seguido (existem variações)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19750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20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Exemplo JSON: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299085" marR="3003550" rtl="0" algn="l">
              <a:lnSpc>
                <a:spcPct val="1200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J</a:t>
            </a:r>
            <a:r>
              <a:rPr b="0" i="0" lang="pt-BR" sz="20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ava</a:t>
            </a:r>
            <a:r>
              <a:rPr b="1" i="0" lang="pt-BR" sz="28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S</a:t>
            </a:r>
            <a:r>
              <a:rPr b="0" i="0" lang="pt-BR" sz="20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cript  </a:t>
            </a:r>
            <a:r>
              <a:rPr b="1" i="0" lang="pt-BR" sz="28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O</a:t>
            </a:r>
            <a:r>
              <a:rPr b="0" i="0" lang="pt-BR" sz="20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bject  </a:t>
            </a:r>
            <a:r>
              <a:rPr b="1" i="0" lang="pt-BR" sz="28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0" i="0" lang="pt-BR" sz="20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otation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92" name="Google Shape;292;p53"/>
          <p:cNvGrpSpPr/>
          <p:nvPr/>
        </p:nvGrpSpPr>
        <p:grpSpPr>
          <a:xfrm>
            <a:off x="5965998" y="1754286"/>
            <a:ext cx="5505410" cy="4438684"/>
            <a:chOff x="5702808" y="967752"/>
            <a:chExt cx="6441947" cy="5890244"/>
          </a:xfrm>
        </p:grpSpPr>
        <p:sp>
          <p:nvSpPr>
            <p:cNvPr id="293" name="Google Shape;293;p53"/>
            <p:cNvSpPr/>
            <p:nvPr/>
          </p:nvSpPr>
          <p:spPr>
            <a:xfrm>
              <a:off x="5702808" y="967752"/>
              <a:ext cx="6441947" cy="5890244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53"/>
            <p:cNvSpPr/>
            <p:nvPr/>
          </p:nvSpPr>
          <p:spPr>
            <a:xfrm>
              <a:off x="5897880" y="1162811"/>
              <a:ext cx="5871972" cy="555193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4"/>
          <p:cNvSpPr txBox="1"/>
          <p:nvPr>
            <p:ph type="title"/>
          </p:nvPr>
        </p:nvSpPr>
        <p:spPr>
          <a:xfrm>
            <a:off x="2217789" y="211268"/>
            <a:ext cx="7965348" cy="1754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 sz="5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DADOS NÃO ESTRUTURADOS</a:t>
            </a:r>
            <a:endParaRPr/>
          </a:p>
        </p:txBody>
      </p:sp>
      <p:sp>
        <p:nvSpPr>
          <p:cNvPr id="300" name="Google Shape;300;p54"/>
          <p:cNvSpPr txBox="1"/>
          <p:nvPr/>
        </p:nvSpPr>
        <p:spPr>
          <a:xfrm>
            <a:off x="1592904" y="2563385"/>
            <a:ext cx="3879642" cy="2298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0475">
            <a:spAutoFit/>
          </a:bodyPr>
          <a:lstStyle/>
          <a:p>
            <a:pPr indent="-285750" lvl="0" marL="298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Documentos</a:t>
            </a:r>
            <a:endParaRPr b="0" i="0" sz="2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0" marL="2984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Áudios</a:t>
            </a:r>
            <a:endParaRPr b="0" i="0" sz="2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0" marL="2984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Imagens</a:t>
            </a:r>
            <a:endParaRPr b="0" i="0" sz="2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0" marL="2984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Vídeos</a:t>
            </a:r>
            <a:endParaRPr b="0" i="0" sz="2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1" name="Google Shape;301;p54"/>
          <p:cNvSpPr/>
          <p:nvPr/>
        </p:nvSpPr>
        <p:spPr>
          <a:xfrm>
            <a:off x="5729407" y="2006263"/>
            <a:ext cx="4980155" cy="413391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5"/>
          <p:cNvSpPr txBox="1"/>
          <p:nvPr/>
        </p:nvSpPr>
        <p:spPr>
          <a:xfrm>
            <a:off x="1994171" y="437088"/>
            <a:ext cx="8608979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3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Como os dados são armazenados?</a:t>
            </a:r>
            <a:endParaRPr b="0" i="0" sz="4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p55"/>
          <p:cNvSpPr/>
          <p:nvPr/>
        </p:nvSpPr>
        <p:spPr>
          <a:xfrm>
            <a:off x="7529209" y="1969146"/>
            <a:ext cx="4368465" cy="2067483"/>
          </a:xfrm>
          <a:prstGeom prst="roundRect">
            <a:avLst>
              <a:gd fmla="val 9947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6300" lIns="182875" spcFirstLastPara="1" rIns="182875" wrap="square" tIns="146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55"/>
          <p:cNvSpPr/>
          <p:nvPr/>
        </p:nvSpPr>
        <p:spPr>
          <a:xfrm>
            <a:off x="507400" y="1213603"/>
            <a:ext cx="5589932" cy="441157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Arquivos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55"/>
          <p:cNvSpPr txBox="1"/>
          <p:nvPr/>
        </p:nvSpPr>
        <p:spPr>
          <a:xfrm>
            <a:off x="400829" y="1603891"/>
            <a:ext cx="5450371" cy="5296835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delimitado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JSON (JavaScript Object Notation)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Linguagem XML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BLOB (objeto binário grande)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55"/>
          <p:cNvSpPr txBox="1"/>
          <p:nvPr/>
        </p:nvSpPr>
        <p:spPr>
          <a:xfrm>
            <a:off x="947416" y="1969147"/>
            <a:ext cx="2754600" cy="868699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FirstName,LastName,Email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Joe,Jones,joe@litware.com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Samir,Nadoy,samir@northwind.com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55"/>
          <p:cNvSpPr/>
          <p:nvPr/>
        </p:nvSpPr>
        <p:spPr>
          <a:xfrm>
            <a:off x="6263329" y="1213603"/>
            <a:ext cx="5589932" cy="441157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Bancos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5"/>
          <p:cNvSpPr txBox="1"/>
          <p:nvPr/>
        </p:nvSpPr>
        <p:spPr>
          <a:xfrm>
            <a:off x="6096000" y="1516619"/>
            <a:ext cx="4805677" cy="3788729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Relacionais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relacionais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3" name="Google Shape;313;p55"/>
          <p:cNvGraphicFramePr/>
          <p:nvPr/>
        </p:nvGraphicFramePr>
        <p:xfrm>
          <a:off x="8078665" y="19872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{EDA96EBD-49E2-4B2D-BD28-748F7BCC990A}</a:tableStyleId>
              </a:tblPr>
              <a:tblGrid>
                <a:gridCol w="208925"/>
                <a:gridCol w="985950"/>
                <a:gridCol w="539125"/>
              </a:tblGrid>
              <a:tr h="15087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Customer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 hMerge="1"/>
                <a:tc hMerge="1"/>
              </a:tr>
              <a:tr h="150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pt-BR" sz="7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pt-BR" sz="700" u="none" cap="none" strike="noStrike"/>
                        <a:t>Email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pt-BR" sz="700" u="none" cap="none" strike="noStrike"/>
                        <a:t>Address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150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joe@litware.com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1 Main St.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0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samir@northwind.com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123 Elm Pl.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4" name="Google Shape;314;p55"/>
          <p:cNvGraphicFramePr/>
          <p:nvPr/>
        </p:nvGraphicFramePr>
        <p:xfrm>
          <a:off x="10119722" y="19818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{EDA96EBD-49E2-4B2D-BD28-748F7BCC990A}</a:tableStyleId>
              </a:tblPr>
              <a:tblGrid>
                <a:gridCol w="258125"/>
                <a:gridCol w="567700"/>
                <a:gridCol w="320050"/>
              </a:tblGrid>
              <a:tr h="1270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Product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 hMerge="1"/>
                <a:tc hMerge="1"/>
              </a:tr>
              <a:tr h="8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pt-BR" sz="7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pt-BR" sz="700" u="none" cap="none" strike="noStrike"/>
                        <a:t>Name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pt-BR" sz="700" u="none" cap="none" strike="noStrike"/>
                        <a:t>Price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8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123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Hammer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2,99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162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Screwdriver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3.49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201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Wrench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4.25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5" name="Google Shape;315;p55"/>
          <p:cNvGraphicFramePr/>
          <p:nvPr/>
        </p:nvGraphicFramePr>
        <p:xfrm>
          <a:off x="7816739" y="28747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{EDA96EBD-49E2-4B2D-BD28-748F7BCC990A}</a:tableStyleId>
              </a:tblPr>
              <a:tblGrid>
                <a:gridCol w="368500"/>
                <a:gridCol w="816525"/>
                <a:gridCol w="543600"/>
              </a:tblGrid>
              <a:tr h="1686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Order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 hMerge="1"/>
                <a:tc hMerge="1"/>
              </a:tr>
              <a:tr h="16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pt-BR" sz="700" u="none" cap="none" strike="noStrike"/>
                        <a:t>OrderNo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pt-BR" sz="700" u="none" cap="none" strike="noStrike"/>
                        <a:t>OrderDate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pt-BR" sz="700" u="none" cap="none" strike="noStrike"/>
                        <a:t>Customer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16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1000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Sábado, 1 de janeiro de 2022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1001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Sábado, 1 de janeiro de 2022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6" name="Google Shape;316;p55"/>
          <p:cNvGraphicFramePr/>
          <p:nvPr/>
        </p:nvGraphicFramePr>
        <p:xfrm>
          <a:off x="9807243" y="29339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{EDA96EBD-49E2-4B2D-BD28-748F7BCC990A}</a:tableStyleId>
              </a:tblPr>
              <a:tblGrid>
                <a:gridCol w="516075"/>
                <a:gridCol w="431175"/>
                <a:gridCol w="516075"/>
                <a:gridCol w="480375"/>
              </a:tblGrid>
              <a:tr h="168600"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/>
                        <a:t>LineItem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 hMerge="1"/>
                <a:tc hMerge="1"/>
                <a:tc hMerge="1"/>
              </a:tr>
              <a:tr h="16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pt-BR" sz="700" u="none" cap="none" strike="noStrike"/>
                        <a:t>OrderNo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pt-BR" sz="700" u="none" cap="none" strike="noStrike"/>
                        <a:t>ItemNo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pt-BR" sz="700" u="none" cap="none" strike="noStrike"/>
                        <a:t>ProductID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pt-BR" sz="700" u="none" cap="none" strike="noStrike"/>
                        <a:t>Quantidade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16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1000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123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1000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201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1001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123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17" name="Google Shape;317;p55"/>
          <p:cNvCxnSpPr/>
          <p:nvPr/>
        </p:nvCxnSpPr>
        <p:spPr>
          <a:xfrm>
            <a:off x="10119721" y="2408536"/>
            <a:ext cx="1631100" cy="1016100"/>
          </a:xfrm>
          <a:prstGeom prst="bentConnector5">
            <a:avLst>
              <a:gd fmla="val -14015" name="adj1"/>
              <a:gd fmla="val 46852" name="adj2"/>
              <a:gd fmla="val 107348" name="adj3"/>
            </a:avLst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8" name="Google Shape;318;p55"/>
          <p:cNvCxnSpPr/>
          <p:nvPr/>
        </p:nvCxnSpPr>
        <p:spPr>
          <a:xfrm>
            <a:off x="8078665" y="2386554"/>
            <a:ext cx="1466700" cy="994200"/>
          </a:xfrm>
          <a:prstGeom prst="bentConnector5">
            <a:avLst>
              <a:gd fmla="val -15586" name="adj1"/>
              <a:gd fmla="val 44634" name="adj2"/>
              <a:gd fmla="val 115587" name="adj3"/>
            </a:avLst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19" name="Google Shape;31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5058" y="2413674"/>
            <a:ext cx="914400" cy="91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0" name="Google Shape;320;p55"/>
          <p:cNvCxnSpPr/>
          <p:nvPr/>
        </p:nvCxnSpPr>
        <p:spPr>
          <a:xfrm>
            <a:off x="7208105" y="2886574"/>
            <a:ext cx="495025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55"/>
          <p:cNvSpPr txBox="1"/>
          <p:nvPr/>
        </p:nvSpPr>
        <p:spPr>
          <a:xfrm>
            <a:off x="1045902" y="3191818"/>
            <a:ext cx="2754600" cy="1692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"customers":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[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  "firstName": "Joe",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  "lastName": "Jones"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  "firstName": "Samir",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  "lastName": "Nadoy"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55"/>
          <p:cNvSpPr txBox="1"/>
          <p:nvPr/>
        </p:nvSpPr>
        <p:spPr>
          <a:xfrm>
            <a:off x="716487" y="6309387"/>
            <a:ext cx="2139047" cy="437812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10110101101010110010...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55"/>
          <p:cNvSpPr txBox="1"/>
          <p:nvPr/>
        </p:nvSpPr>
        <p:spPr>
          <a:xfrm>
            <a:off x="6263329" y="3925273"/>
            <a:ext cx="5284577" cy="912558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Tabelas normalizadas com chaves primárias para identificar exclusivamente as entidades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Consultados e gerenciados usando linguagem 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55"/>
          <p:cNvSpPr txBox="1"/>
          <p:nvPr/>
        </p:nvSpPr>
        <p:spPr>
          <a:xfrm>
            <a:off x="732383" y="5274877"/>
            <a:ext cx="3754874" cy="437812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&lt;Customer firstName="Joe" lastName="Jones"/&gt;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5" name="Google Shape;325;p55"/>
          <p:cNvGraphicFramePr/>
          <p:nvPr/>
        </p:nvGraphicFramePr>
        <p:xfrm>
          <a:off x="6339912" y="51155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{EDA96EBD-49E2-4B2D-BD28-748F7BCC990A}</a:tableStyleId>
              </a:tblPr>
              <a:tblGrid>
                <a:gridCol w="419450"/>
                <a:gridCol w="1068775"/>
              </a:tblGrid>
              <a:tr h="845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chemeClr val="lt1"/>
                          </a:solidFill>
                        </a:rPr>
                        <a:t>Products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 hMerge="1"/>
              </a:tr>
              <a:tr h="8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pt-BR" sz="700" u="none" cap="none" strike="noStrike">
                          <a:solidFill>
                            <a:schemeClr val="dk1"/>
                          </a:solidFill>
                        </a:rPr>
                        <a:t>Key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pt-BR" sz="700" u="none" cap="none" strike="noStrike">
                          <a:solidFill>
                            <a:schemeClr val="dk1"/>
                          </a:solidFill>
                        </a:rPr>
                        <a:t>Value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141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>
                          <a:solidFill>
                            <a:schemeClr val="dk1"/>
                          </a:solidFill>
                        </a:rPr>
                        <a:t>123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“Hammer ($2.99)"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1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>
                          <a:solidFill>
                            <a:schemeClr val="dk1"/>
                          </a:solidFill>
                        </a:rPr>
                        <a:t>162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"Screwdriver ($3.49)"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1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>
                          <a:solidFill>
                            <a:schemeClr val="dk1"/>
                          </a:solidFill>
                        </a:rPr>
                        <a:t>201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lang="pt-BR" sz="7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"Wrench ($4.25)"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6" name="Google Shape;326;p55"/>
          <p:cNvGraphicFramePr/>
          <p:nvPr/>
        </p:nvGraphicFramePr>
        <p:xfrm>
          <a:off x="7601649" y="54096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{EDA96EBD-49E2-4B2D-BD28-748F7BCC990A}</a:tableStyleId>
              </a:tblPr>
              <a:tblGrid>
                <a:gridCol w="267650"/>
                <a:gridCol w="1370975"/>
              </a:tblGrid>
              <a:tr h="1490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chemeClr val="lt1"/>
                          </a:solidFill>
                        </a:rPr>
                        <a:t>Customers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 hMerge="1"/>
              </a:tr>
              <a:tr h="11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pt-BR" sz="700" u="none" cap="none" strike="noStrike">
                          <a:solidFill>
                            <a:schemeClr val="dk1"/>
                          </a:solidFill>
                        </a:rPr>
                        <a:t>Key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pt-BR" sz="700" u="none" cap="none" strike="noStrike">
                          <a:solidFill>
                            <a:schemeClr val="dk1"/>
                          </a:solidFill>
                        </a:rPr>
                        <a:t>Document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46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lang="pt-BR" sz="7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lang="pt-BR" sz="7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"name": "Joe Jones"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lang="pt-BR" sz="7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6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lang="pt-BR" sz="7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lang="pt-BR" sz="7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"name": "Samir Nadoy"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lang="pt-BR" sz="7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27" name="Google Shape;327;p55"/>
          <p:cNvSpPr txBox="1"/>
          <p:nvPr/>
        </p:nvSpPr>
        <p:spPr>
          <a:xfrm>
            <a:off x="6423639" y="5949639"/>
            <a:ext cx="1240190" cy="447815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Chave-valor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55"/>
          <p:cNvSpPr txBox="1"/>
          <p:nvPr/>
        </p:nvSpPr>
        <p:spPr>
          <a:xfrm>
            <a:off x="7869080" y="6428783"/>
            <a:ext cx="1177643" cy="447815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55"/>
          <p:cNvSpPr txBox="1"/>
          <p:nvPr/>
        </p:nvSpPr>
        <p:spPr>
          <a:xfrm>
            <a:off x="10935324" y="5675284"/>
            <a:ext cx="1058623" cy="447815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Gráfico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55"/>
          <p:cNvSpPr txBox="1"/>
          <p:nvPr/>
        </p:nvSpPr>
        <p:spPr>
          <a:xfrm>
            <a:off x="9267598" y="5926078"/>
            <a:ext cx="1791843" cy="447815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Família de colunas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1" name="Google Shape;331;p55"/>
          <p:cNvGraphicFramePr/>
          <p:nvPr/>
        </p:nvGraphicFramePr>
        <p:xfrm>
          <a:off x="8823335" y="50469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{EDA96EBD-49E2-4B2D-BD28-748F7BCC990A}</a:tableStyleId>
              </a:tblPr>
              <a:tblGrid>
                <a:gridCol w="261175"/>
                <a:gridCol w="528325"/>
                <a:gridCol w="460525"/>
                <a:gridCol w="385950"/>
                <a:gridCol w="273400"/>
              </a:tblGrid>
              <a:tr h="18422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chemeClr val="lt1"/>
                          </a:solidFill>
                        </a:rPr>
                        <a:t>Orders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27425" marB="27425" marR="45725" marL="45725">
                    <a:lnL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 hMerge="1"/>
              </a:tr>
              <a:tr h="143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pt-BR" sz="700" u="none" cap="none" strike="noStrike">
                          <a:solidFill>
                            <a:schemeClr val="dk1"/>
                          </a:solidFill>
                        </a:rPr>
                        <a:t>Key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pt-BR" sz="700" u="none" cap="none" strike="noStrike">
                          <a:solidFill>
                            <a:schemeClr val="dk1"/>
                          </a:solidFill>
                        </a:rPr>
                        <a:t>Customer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3F9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pt-BR" sz="700" u="none" cap="none" strike="noStrike">
                          <a:solidFill>
                            <a:schemeClr val="dk1"/>
                          </a:solidFill>
                        </a:rPr>
                        <a:t>Product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 hMerge="1"/>
              </a:tr>
              <a:tr h="143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b="1" sz="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pt-BR" sz="700" u="none" cap="none" strike="noStrike">
                          <a:solidFill>
                            <a:schemeClr val="dk1"/>
                          </a:solidFill>
                        </a:rPr>
                        <a:t>Name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pt-BR" sz="700" u="none" cap="none" strike="noStrike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pt-BR" sz="700" u="none" cap="none" strike="noStrike">
                          <a:solidFill>
                            <a:schemeClr val="dk1"/>
                          </a:solidFill>
                        </a:rPr>
                        <a:t>Name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pt-BR" sz="700" u="none" cap="none" strike="noStrike">
                          <a:solidFill>
                            <a:schemeClr val="dk1"/>
                          </a:solidFill>
                        </a:rPr>
                        <a:t>Price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143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>
                          <a:solidFill>
                            <a:schemeClr val="dk1"/>
                          </a:solidFill>
                        </a:rPr>
                        <a:t>1000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Joe Jones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1 Main St.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Hammer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2.99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38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>
                          <a:solidFill>
                            <a:schemeClr val="dk1"/>
                          </a:solidFill>
                        </a:rPr>
                        <a:t>1001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Samir Nadoy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123 Elm Pl.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C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Wrench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pt-BR" sz="700" u="none" cap="none" strike="noStrike"/>
                        <a:t>4.25</a:t>
                      </a:r>
                      <a:endParaRPr sz="1400" u="none" cap="none" strike="noStrike"/>
                    </a:p>
                  </a:txBody>
                  <a:tcPr marT="27425" marB="27425" marR="45725" marL="45725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cxnSp>
        <p:nvCxnSpPr>
          <p:cNvPr id="332" name="Google Shape;332;p55"/>
          <p:cNvCxnSpPr/>
          <p:nvPr/>
        </p:nvCxnSpPr>
        <p:spPr>
          <a:xfrm rot="5400000">
            <a:off x="7443839" y="3606931"/>
            <a:ext cx="599100" cy="146700"/>
          </a:xfrm>
          <a:prstGeom prst="bentConnector2">
            <a:avLst/>
          </a:prstGeom>
          <a:noFill/>
          <a:ln cap="flat" cmpd="sng" w="1587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" name="Google Shape;333;p55"/>
          <p:cNvCxnSpPr/>
          <p:nvPr/>
        </p:nvCxnSpPr>
        <p:spPr>
          <a:xfrm flipH="1" rot="10800000">
            <a:off x="7669994" y="3430134"/>
            <a:ext cx="2137200" cy="540000"/>
          </a:xfrm>
          <a:prstGeom prst="bentConnector3">
            <a:avLst>
              <a:gd fmla="val 93564" name="adj1"/>
            </a:avLst>
          </a:prstGeom>
          <a:noFill/>
          <a:ln cap="flat" cmpd="sng" w="1587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4" name="Google Shape;334;p55"/>
          <p:cNvGrpSpPr/>
          <p:nvPr/>
        </p:nvGrpSpPr>
        <p:grpSpPr>
          <a:xfrm>
            <a:off x="10798815" y="4485737"/>
            <a:ext cx="1858191" cy="1396502"/>
            <a:chOff x="10456321" y="5406789"/>
            <a:chExt cx="1858191" cy="1396502"/>
          </a:xfrm>
        </p:grpSpPr>
        <p:sp>
          <p:nvSpPr>
            <p:cNvPr id="335" name="Google Shape;335;p55"/>
            <p:cNvSpPr/>
            <p:nvPr/>
          </p:nvSpPr>
          <p:spPr>
            <a:xfrm>
              <a:off x="10456321" y="5683308"/>
              <a:ext cx="1735679" cy="101096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146300" lIns="182875" spcFirstLastPara="1" rIns="182875" wrap="square" tIns="146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6" name="Google Shape;336;p55"/>
            <p:cNvGrpSpPr/>
            <p:nvPr/>
          </p:nvGrpSpPr>
          <p:grpSpPr>
            <a:xfrm>
              <a:off x="10475395" y="5406789"/>
              <a:ext cx="1839117" cy="1396502"/>
              <a:chOff x="4102353" y="-411647"/>
              <a:chExt cx="2852925" cy="2166316"/>
            </a:xfrm>
          </p:grpSpPr>
          <p:grpSp>
            <p:nvGrpSpPr>
              <p:cNvPr id="337" name="Google Shape;337;p55"/>
              <p:cNvGrpSpPr/>
              <p:nvPr/>
            </p:nvGrpSpPr>
            <p:grpSpPr>
              <a:xfrm>
                <a:off x="5282756" y="194236"/>
                <a:ext cx="410649" cy="410649"/>
                <a:chOff x="8727526" y="5244844"/>
                <a:chExt cx="410649" cy="410649"/>
              </a:xfrm>
            </p:grpSpPr>
            <p:sp>
              <p:nvSpPr>
                <p:cNvPr id="338" name="Google Shape;338;p55"/>
                <p:cNvSpPr/>
                <p:nvPr/>
              </p:nvSpPr>
              <p:spPr>
                <a:xfrm>
                  <a:off x="8727526" y="5244844"/>
                  <a:ext cx="410649" cy="410649"/>
                </a:xfrm>
                <a:prstGeom prst="ellipse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r>
                    <a:t/>
                  </a:r>
                  <a:endParaRPr b="1" i="0" sz="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descr="Funcionária com preenchimento sólido" id="339" name="Google Shape;339;p5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8756223" y="5253736"/>
                  <a:ext cx="353253" cy="35325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340" name="Google Shape;340;p55"/>
              <p:cNvSpPr txBox="1"/>
              <p:nvPr/>
            </p:nvSpPr>
            <p:spPr>
              <a:xfrm>
                <a:off x="5060142" y="397896"/>
                <a:ext cx="878784" cy="6517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46300" lIns="182875" spcFirstLastPara="1" rIns="182875" wrap="square" tIns="1463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pt-BR" sz="9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Sue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41" name="Google Shape;341;p55"/>
              <p:cNvGrpSpPr/>
              <p:nvPr/>
            </p:nvGrpSpPr>
            <p:grpSpPr>
              <a:xfrm>
                <a:off x="4102353" y="914729"/>
                <a:ext cx="913937" cy="839940"/>
                <a:chOff x="8027166" y="5918886"/>
                <a:chExt cx="913937" cy="839940"/>
              </a:xfrm>
            </p:grpSpPr>
            <p:grpSp>
              <p:nvGrpSpPr>
                <p:cNvPr id="342" name="Google Shape;342;p55"/>
                <p:cNvGrpSpPr/>
                <p:nvPr/>
              </p:nvGrpSpPr>
              <p:grpSpPr>
                <a:xfrm>
                  <a:off x="8259778" y="5918886"/>
                  <a:ext cx="410649" cy="412966"/>
                  <a:chOff x="8493738" y="5903008"/>
                  <a:chExt cx="410649" cy="412966"/>
                </a:xfrm>
              </p:grpSpPr>
              <p:sp>
                <p:nvSpPr>
                  <p:cNvPr id="343" name="Google Shape;343;p55"/>
                  <p:cNvSpPr/>
                  <p:nvPr/>
                </p:nvSpPr>
                <p:spPr>
                  <a:xfrm>
                    <a:off x="8493738" y="5905325"/>
                    <a:ext cx="410649" cy="410649"/>
                  </a:xfrm>
                  <a:prstGeom prst="ellipse">
                    <a:avLst/>
                  </a:prstGeom>
                  <a:solidFill>
                    <a:srgbClr val="D8D8D8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600"/>
                      <a:buFont typeface="Arial"/>
                      <a:buNone/>
                    </a:pPr>
                    <a:r>
                      <a:t/>
                    </a:r>
                    <a:endParaRPr b="1" i="0" sz="6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pic>
                <p:nvPicPr>
                  <p:cNvPr descr="Funcionário com preenchimento sólido" id="344" name="Google Shape;344;p55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8517005" y="5903008"/>
                    <a:ext cx="363661" cy="36366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sp>
              <p:nvSpPr>
                <p:cNvPr id="345" name="Google Shape;345;p55"/>
                <p:cNvSpPr txBox="1"/>
                <p:nvPr/>
              </p:nvSpPr>
              <p:spPr>
                <a:xfrm>
                  <a:off x="8027166" y="6107125"/>
                  <a:ext cx="913937" cy="6517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46300" lIns="182875" spcFirstLastPara="1" rIns="182875" wrap="square" tIns="1463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pt-BR" sz="9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Ben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6" name="Google Shape;346;p55"/>
              <p:cNvGrpSpPr/>
              <p:nvPr/>
            </p:nvGrpSpPr>
            <p:grpSpPr>
              <a:xfrm>
                <a:off x="5618950" y="728857"/>
                <a:ext cx="1336328" cy="856695"/>
                <a:chOff x="9004936" y="5592169"/>
                <a:chExt cx="1336328" cy="856695"/>
              </a:xfrm>
            </p:grpSpPr>
            <p:grpSp>
              <p:nvGrpSpPr>
                <p:cNvPr id="347" name="Google Shape;347;p55"/>
                <p:cNvGrpSpPr/>
                <p:nvPr/>
              </p:nvGrpSpPr>
              <p:grpSpPr>
                <a:xfrm>
                  <a:off x="9459140" y="5592169"/>
                  <a:ext cx="410649" cy="410649"/>
                  <a:chOff x="9364286" y="5646537"/>
                  <a:chExt cx="410649" cy="410649"/>
                </a:xfrm>
              </p:grpSpPr>
              <p:sp>
                <p:nvSpPr>
                  <p:cNvPr id="348" name="Google Shape;348;p55"/>
                  <p:cNvSpPr/>
                  <p:nvPr/>
                </p:nvSpPr>
                <p:spPr>
                  <a:xfrm>
                    <a:off x="9364286" y="5646537"/>
                    <a:ext cx="410649" cy="410649"/>
                  </a:xfrm>
                  <a:prstGeom prst="ellipse">
                    <a:avLst/>
                  </a:prstGeom>
                  <a:solidFill>
                    <a:srgbClr val="D8D8D8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600"/>
                      <a:buFont typeface="Arial"/>
                      <a:buNone/>
                    </a:pPr>
                    <a:r>
                      <a:t/>
                    </a:r>
                    <a:endParaRPr b="1" i="0" sz="6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pic>
                <p:nvPicPr>
                  <p:cNvPr descr="Ferramentas com preenchimento sólido" id="349" name="Google Shape;349;p55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9447430" y="5714034"/>
                    <a:ext cx="244359" cy="244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sp>
              <p:nvSpPr>
                <p:cNvPr id="350" name="Google Shape;350;p55"/>
                <p:cNvSpPr txBox="1"/>
                <p:nvPr/>
              </p:nvSpPr>
              <p:spPr>
                <a:xfrm>
                  <a:off x="9004936" y="5797164"/>
                  <a:ext cx="1336328" cy="65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46300" lIns="182875" spcFirstLastPara="1" rIns="182875" wrap="square" tIns="1463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pt-BR" sz="9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Hardware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351" name="Google Shape;351;p55"/>
              <p:cNvCxnSpPr/>
              <p:nvPr/>
            </p:nvCxnSpPr>
            <p:spPr>
              <a:xfrm flipH="1" rot="10800000">
                <a:off x="4692927" y="495017"/>
                <a:ext cx="636555" cy="5035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352" name="Google Shape;352;p55"/>
              <p:cNvCxnSpPr>
                <a:stCxn id="338" idx="6"/>
                <a:endCxn id="348" idx="1"/>
              </p:cNvCxnSpPr>
              <p:nvPr/>
            </p:nvCxnSpPr>
            <p:spPr>
              <a:xfrm>
                <a:off x="5693405" y="399560"/>
                <a:ext cx="439800" cy="38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353" name="Google Shape;353;p55"/>
              <p:cNvCxnSpPr>
                <a:stCxn id="343" idx="6"/>
                <a:endCxn id="348" idx="2"/>
              </p:cNvCxnSpPr>
              <p:nvPr/>
            </p:nvCxnSpPr>
            <p:spPr>
              <a:xfrm flipH="1" rot="10800000">
                <a:off x="4745614" y="934271"/>
                <a:ext cx="1327500" cy="18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354" name="Google Shape;354;p55"/>
              <p:cNvSpPr txBox="1"/>
              <p:nvPr/>
            </p:nvSpPr>
            <p:spPr>
              <a:xfrm rot="-2497892">
                <a:off x="4202713" y="248248"/>
                <a:ext cx="1351247" cy="6517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46300" lIns="182875" spcFirstLastPara="1" rIns="182875" wrap="square" tIns="1463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1" lang="pt-BR" sz="9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reporta-se 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55"/>
              <p:cNvSpPr txBox="1"/>
              <p:nvPr/>
            </p:nvSpPr>
            <p:spPr>
              <a:xfrm rot="2689247">
                <a:off x="5217222" y="-73070"/>
                <a:ext cx="1229401" cy="6517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46300" lIns="182875" spcFirstLastPara="1" rIns="182875" wrap="square" tIns="1463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1" lang="pt-BR" sz="9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trabalha em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55"/>
              <p:cNvSpPr txBox="1"/>
              <p:nvPr/>
            </p:nvSpPr>
            <p:spPr>
              <a:xfrm rot="-382298">
                <a:off x="4621211" y="854421"/>
                <a:ext cx="1229401" cy="6517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46300" lIns="182875" spcFirstLastPara="1" rIns="182875" wrap="square" tIns="1463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1" lang="pt-BR" sz="9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trabalha em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6"/>
          <p:cNvSpPr txBox="1"/>
          <p:nvPr/>
        </p:nvSpPr>
        <p:spPr>
          <a:xfrm>
            <a:off x="763016" y="1656080"/>
            <a:ext cx="452755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20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Arquivo de texto delimitado (CSV)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2" name="Google Shape;362;p56"/>
          <p:cNvSpPr txBox="1"/>
          <p:nvPr/>
        </p:nvSpPr>
        <p:spPr>
          <a:xfrm>
            <a:off x="763016" y="2982213"/>
            <a:ext cx="458343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20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JavaScript Object Notation (JSON)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363" name="Google Shape;363;p56"/>
          <p:cNvGrpSpPr/>
          <p:nvPr/>
        </p:nvGrpSpPr>
        <p:grpSpPr>
          <a:xfrm>
            <a:off x="5474208" y="1421891"/>
            <a:ext cx="4352670" cy="5436106"/>
            <a:chOff x="5474208" y="1421891"/>
            <a:chExt cx="4352670" cy="5436106"/>
          </a:xfrm>
        </p:grpSpPr>
        <p:sp>
          <p:nvSpPr>
            <p:cNvPr id="364" name="Google Shape;364;p56"/>
            <p:cNvSpPr/>
            <p:nvPr/>
          </p:nvSpPr>
          <p:spPr>
            <a:xfrm>
              <a:off x="5474208" y="1421891"/>
              <a:ext cx="4229099" cy="192023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56"/>
            <p:cNvSpPr/>
            <p:nvPr/>
          </p:nvSpPr>
          <p:spPr>
            <a:xfrm>
              <a:off x="5669280" y="1616963"/>
              <a:ext cx="3659124" cy="1350264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56"/>
            <p:cNvSpPr/>
            <p:nvPr/>
          </p:nvSpPr>
          <p:spPr>
            <a:xfrm>
              <a:off x="5474208" y="2958139"/>
              <a:ext cx="4352670" cy="3899858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56"/>
            <p:cNvSpPr/>
            <p:nvPr/>
          </p:nvSpPr>
          <p:spPr>
            <a:xfrm>
              <a:off x="5669280" y="3153156"/>
              <a:ext cx="3782567" cy="3340608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8" name="Google Shape;368;p56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9" name="Google Shape;369;p56"/>
          <p:cNvSpPr txBox="1"/>
          <p:nvPr/>
        </p:nvSpPr>
        <p:spPr>
          <a:xfrm>
            <a:off x="2332006" y="510194"/>
            <a:ext cx="7812948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FORMATOS DE ARQUIVOS</a:t>
            </a:r>
            <a:endParaRPr b="1" i="0" sz="36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7"/>
          <p:cNvSpPr txBox="1"/>
          <p:nvPr>
            <p:ph type="title"/>
          </p:nvPr>
        </p:nvSpPr>
        <p:spPr>
          <a:xfrm>
            <a:off x="2332006" y="510194"/>
            <a:ext cx="7812948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FORMATOS DE ARQUIVOS</a:t>
            </a:r>
            <a:endParaRPr/>
          </a:p>
        </p:txBody>
      </p:sp>
      <p:sp>
        <p:nvSpPr>
          <p:cNvPr id="375" name="Google Shape;375;p57"/>
          <p:cNvSpPr txBox="1"/>
          <p:nvPr/>
        </p:nvSpPr>
        <p:spPr>
          <a:xfrm>
            <a:off x="763016" y="1897126"/>
            <a:ext cx="4631690" cy="3685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20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Extensible Markup Language (XML)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64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20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Objetos binários grandes (BLOBs)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pt-BR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18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0 ou 1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pt-BR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18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ASCII ou Unicode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20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Formatos de dados Otimizados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pt-BR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18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Avro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pt-BR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18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ORC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035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pt-BR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18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Parquet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376" name="Google Shape;376;p57"/>
          <p:cNvGrpSpPr/>
          <p:nvPr/>
        </p:nvGrpSpPr>
        <p:grpSpPr>
          <a:xfrm>
            <a:off x="5627716" y="1812428"/>
            <a:ext cx="5800344" cy="3723131"/>
            <a:chOff x="5516879" y="1222247"/>
            <a:chExt cx="5800344" cy="3723131"/>
          </a:xfrm>
        </p:grpSpPr>
        <p:sp>
          <p:nvSpPr>
            <p:cNvPr id="377" name="Google Shape;377;p57"/>
            <p:cNvSpPr/>
            <p:nvPr/>
          </p:nvSpPr>
          <p:spPr>
            <a:xfrm>
              <a:off x="5516879" y="1222247"/>
              <a:ext cx="5800344" cy="3723131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57"/>
            <p:cNvSpPr/>
            <p:nvPr/>
          </p:nvSpPr>
          <p:spPr>
            <a:xfrm>
              <a:off x="5711951" y="1417319"/>
              <a:ext cx="5230367" cy="315315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9" name="Google Shape;379;p57"/>
          <p:cNvSpPr txBox="1"/>
          <p:nvPr/>
        </p:nvSpPr>
        <p:spPr>
          <a:xfrm>
            <a:off x="606348" y="6191503"/>
            <a:ext cx="1126426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Consulte: </a:t>
            </a:r>
            <a:r>
              <a:rPr b="0" i="0" lang="pt-BR" sz="1800" u="sng" cap="none" strike="noStrik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5"/>
              </a:rPr>
              <a:t>https://docs.microsoft.com/pt-br/learn/modules/explore-core-data-concepts/3-file-storage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8"/>
          <p:cNvSpPr txBox="1"/>
          <p:nvPr>
            <p:ph type="title"/>
          </p:nvPr>
        </p:nvSpPr>
        <p:spPr>
          <a:xfrm>
            <a:off x="2739240" y="487449"/>
            <a:ext cx="6912402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BANCOS DE DADOS</a:t>
            </a:r>
            <a:endParaRPr/>
          </a:p>
        </p:txBody>
      </p:sp>
      <p:sp>
        <p:nvSpPr>
          <p:cNvPr id="385" name="Google Shape;385;p58"/>
          <p:cNvSpPr txBox="1"/>
          <p:nvPr/>
        </p:nvSpPr>
        <p:spPr>
          <a:xfrm>
            <a:off x="763016" y="1579245"/>
            <a:ext cx="10864850" cy="1889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Sistema ou Repositório central onde dados podem ser gravados e consultados quase</a:t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que simultaneamente</a:t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Podemos separar os Bancos de Dados em 2 tipos diferentes:</a:t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pt-BR" sz="1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Relacionais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pt-BR" sz="1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Não Relacionais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9"/>
          <p:cNvSpPr txBox="1"/>
          <p:nvPr>
            <p:ph type="title"/>
          </p:nvPr>
        </p:nvSpPr>
        <p:spPr>
          <a:xfrm>
            <a:off x="1538870" y="600672"/>
            <a:ext cx="9309239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BANCOS DE DADOS RELACIONAIS</a:t>
            </a:r>
            <a:endParaRPr/>
          </a:p>
        </p:txBody>
      </p:sp>
      <p:sp>
        <p:nvSpPr>
          <p:cNvPr id="391" name="Google Shape;391;p59"/>
          <p:cNvSpPr txBox="1"/>
          <p:nvPr/>
        </p:nvSpPr>
        <p:spPr>
          <a:xfrm>
            <a:off x="482904" y="1443125"/>
            <a:ext cx="9404350" cy="4585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87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20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Permite o armazenamento de dados estruturadas em formato de tabelas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20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Tabelas contém: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55650" marR="0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Colunas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55650" marR="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Linhas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55650" marR="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Chaves primárias (PK)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55650" marR="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Chaves Estrangeiras	(FK)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55650" marR="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Chaves Únicas (UK)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3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20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Linguagem SQL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69900" marR="7747000" rtl="0" algn="l">
              <a:lnSpc>
                <a:spcPct val="157083"/>
              </a:lnSpc>
              <a:spcBef>
                <a:spcPts val="26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S</a:t>
            </a:r>
            <a:r>
              <a:rPr b="0" i="0" lang="pt-BR" sz="18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tructured  </a:t>
            </a:r>
            <a:r>
              <a:rPr b="1" i="0" lang="pt-BR" sz="24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Q</a:t>
            </a:r>
            <a:r>
              <a:rPr b="0" i="0" lang="pt-BR" sz="18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uery  </a:t>
            </a:r>
            <a:r>
              <a:rPr b="1" i="0" lang="pt-BR" sz="24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L</a:t>
            </a:r>
            <a:r>
              <a:rPr b="0" i="0" lang="pt-BR" sz="18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anguage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392" name="Google Shape;392;p59"/>
          <p:cNvGrpSpPr/>
          <p:nvPr/>
        </p:nvGrpSpPr>
        <p:grpSpPr>
          <a:xfrm>
            <a:off x="4233671" y="2255469"/>
            <a:ext cx="7958328" cy="3576828"/>
            <a:chOff x="4233671" y="2255469"/>
            <a:chExt cx="7958328" cy="3576828"/>
          </a:xfrm>
        </p:grpSpPr>
        <p:sp>
          <p:nvSpPr>
            <p:cNvPr id="393" name="Google Shape;393;p59"/>
            <p:cNvSpPr/>
            <p:nvPr/>
          </p:nvSpPr>
          <p:spPr>
            <a:xfrm>
              <a:off x="4233671" y="2255469"/>
              <a:ext cx="7958328" cy="3576828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59"/>
            <p:cNvSpPr/>
            <p:nvPr/>
          </p:nvSpPr>
          <p:spPr>
            <a:xfrm>
              <a:off x="4428743" y="2450591"/>
              <a:ext cx="7563611" cy="300685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0"/>
          <p:cNvSpPr txBox="1"/>
          <p:nvPr>
            <p:ph type="title"/>
          </p:nvPr>
        </p:nvSpPr>
        <p:spPr>
          <a:xfrm>
            <a:off x="1067816" y="658212"/>
            <a:ext cx="9960402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BANCOS DE DADOS NÃO RELACIONAIS</a:t>
            </a:r>
            <a:endParaRPr/>
          </a:p>
        </p:txBody>
      </p:sp>
      <p:sp>
        <p:nvSpPr>
          <p:cNvPr id="400" name="Google Shape;400;p60"/>
          <p:cNvSpPr txBox="1"/>
          <p:nvPr/>
        </p:nvSpPr>
        <p:spPr>
          <a:xfrm>
            <a:off x="763016" y="1443162"/>
            <a:ext cx="9766300" cy="175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9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20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Também chamados NoSQL, porém este nome está errado deveria ser NoRel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20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O motivo é que os dados neste tipo de banco não se relacionam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20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São divididos em 4 tipos: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pt-BR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18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Bancos de dados Chave-Valor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1" name="Google Shape;401;p60"/>
          <p:cNvSpPr txBox="1"/>
          <p:nvPr/>
        </p:nvSpPr>
        <p:spPr>
          <a:xfrm>
            <a:off x="1220216" y="4117340"/>
            <a:ext cx="41275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pt-BR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18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Bancos de dados de Documentos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402" name="Google Shape;402;p60"/>
          <p:cNvGrpSpPr/>
          <p:nvPr/>
        </p:nvGrpSpPr>
        <p:grpSpPr>
          <a:xfrm>
            <a:off x="5385815" y="2366772"/>
            <a:ext cx="4408932" cy="4491225"/>
            <a:chOff x="5385815" y="2366772"/>
            <a:chExt cx="4408932" cy="4491225"/>
          </a:xfrm>
        </p:grpSpPr>
        <p:sp>
          <p:nvSpPr>
            <p:cNvPr id="403" name="Google Shape;403;p60"/>
            <p:cNvSpPr/>
            <p:nvPr/>
          </p:nvSpPr>
          <p:spPr>
            <a:xfrm>
              <a:off x="5385815" y="2366772"/>
              <a:ext cx="3142361" cy="203746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60"/>
            <p:cNvSpPr/>
            <p:nvPr/>
          </p:nvSpPr>
          <p:spPr>
            <a:xfrm>
              <a:off x="5580887" y="2561844"/>
              <a:ext cx="2572512" cy="146761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60"/>
            <p:cNvSpPr/>
            <p:nvPr/>
          </p:nvSpPr>
          <p:spPr>
            <a:xfrm>
              <a:off x="5385815" y="4043119"/>
              <a:ext cx="4408932" cy="2814878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60"/>
            <p:cNvSpPr/>
            <p:nvPr/>
          </p:nvSpPr>
          <p:spPr>
            <a:xfrm>
              <a:off x="5580887" y="4238244"/>
              <a:ext cx="3838956" cy="2325624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1"/>
          <p:cNvSpPr txBox="1"/>
          <p:nvPr>
            <p:ph type="title"/>
          </p:nvPr>
        </p:nvSpPr>
        <p:spPr>
          <a:xfrm>
            <a:off x="1201801" y="705522"/>
            <a:ext cx="9743440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BANCOS DE DADOS NÃO RELACIONAIS</a:t>
            </a:r>
            <a:endParaRPr/>
          </a:p>
        </p:txBody>
      </p:sp>
      <p:sp>
        <p:nvSpPr>
          <p:cNvPr id="412" name="Google Shape;412;p61"/>
          <p:cNvSpPr txBox="1"/>
          <p:nvPr/>
        </p:nvSpPr>
        <p:spPr>
          <a:xfrm>
            <a:off x="763016" y="1579245"/>
            <a:ext cx="531050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20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Bancos de dados de Família de Colunas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3" name="Google Shape;413;p61"/>
          <p:cNvSpPr txBox="1"/>
          <p:nvPr/>
        </p:nvSpPr>
        <p:spPr>
          <a:xfrm>
            <a:off x="763016" y="3789679"/>
            <a:ext cx="3780154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 </a:t>
            </a:r>
            <a:r>
              <a:rPr b="0" i="0" lang="pt-BR" sz="2000" u="none" cap="none" strike="noStrike">
                <a:solidFill>
                  <a:srgbClr val="0E486E"/>
                </a:solidFill>
                <a:latin typeface="Verdana"/>
                <a:ea typeface="Verdana"/>
                <a:cs typeface="Verdana"/>
                <a:sym typeface="Verdana"/>
              </a:rPr>
              <a:t>Bancos de dados de Grafos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414" name="Google Shape;414;p61"/>
          <p:cNvGrpSpPr/>
          <p:nvPr/>
        </p:nvGrpSpPr>
        <p:grpSpPr>
          <a:xfrm>
            <a:off x="6044184" y="1476755"/>
            <a:ext cx="4837175" cy="2179320"/>
            <a:chOff x="6044184" y="1476755"/>
            <a:chExt cx="4837175" cy="2179320"/>
          </a:xfrm>
        </p:grpSpPr>
        <p:sp>
          <p:nvSpPr>
            <p:cNvPr id="415" name="Google Shape;415;p61"/>
            <p:cNvSpPr/>
            <p:nvPr/>
          </p:nvSpPr>
          <p:spPr>
            <a:xfrm>
              <a:off x="6044184" y="1476755"/>
              <a:ext cx="4837175" cy="217932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61"/>
            <p:cNvSpPr/>
            <p:nvPr/>
          </p:nvSpPr>
          <p:spPr>
            <a:xfrm>
              <a:off x="6239256" y="1671827"/>
              <a:ext cx="4267200" cy="1609344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7" name="Google Shape;417;p61"/>
          <p:cNvGrpSpPr/>
          <p:nvPr/>
        </p:nvGrpSpPr>
        <p:grpSpPr>
          <a:xfrm>
            <a:off x="4718303" y="3781018"/>
            <a:ext cx="3494532" cy="2600071"/>
            <a:chOff x="4718303" y="3781018"/>
            <a:chExt cx="3494532" cy="2600071"/>
          </a:xfrm>
        </p:grpSpPr>
        <p:sp>
          <p:nvSpPr>
            <p:cNvPr id="418" name="Google Shape;418;p61"/>
            <p:cNvSpPr/>
            <p:nvPr/>
          </p:nvSpPr>
          <p:spPr>
            <a:xfrm>
              <a:off x="4718303" y="3781018"/>
              <a:ext cx="3494532" cy="260007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61"/>
            <p:cNvSpPr/>
            <p:nvPr/>
          </p:nvSpPr>
          <p:spPr>
            <a:xfrm>
              <a:off x="4913375" y="3976115"/>
              <a:ext cx="2924555" cy="2029968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2"/>
          <p:cNvSpPr/>
          <p:nvPr/>
        </p:nvSpPr>
        <p:spPr>
          <a:xfrm>
            <a:off x="6096000" y="2474719"/>
            <a:ext cx="4961106" cy="4085619"/>
          </a:xfrm>
          <a:prstGeom prst="rect">
            <a:avLst/>
          </a:prstGeom>
          <a:noFill/>
          <a:ln cap="flat" cmpd="sng" w="25400">
            <a:solidFill>
              <a:srgbClr val="0011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1859604" y="333345"/>
            <a:ext cx="8472791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40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PROCESSAMENTO</a:t>
            </a:r>
            <a:br>
              <a:rPr b="1" i="0" lang="pt-BR" sz="40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pt-BR" sz="40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Transacional </a:t>
            </a:r>
            <a:r>
              <a:rPr b="0" i="0" lang="pt-BR" sz="40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vs</a:t>
            </a:r>
            <a:r>
              <a:rPr b="1" i="0" lang="pt-BR" sz="40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Analítico</a:t>
            </a:r>
            <a:endParaRPr b="0" i="0" sz="4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62"/>
          <p:cNvSpPr txBox="1"/>
          <p:nvPr/>
        </p:nvSpPr>
        <p:spPr>
          <a:xfrm>
            <a:off x="1055451" y="2611881"/>
            <a:ext cx="438717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dados são processados em uma transação por vez.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62"/>
          <p:cNvSpPr/>
          <p:nvPr/>
        </p:nvSpPr>
        <p:spPr>
          <a:xfrm>
            <a:off x="768485" y="1974721"/>
            <a:ext cx="4961106" cy="505839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011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OL</a:t>
            </a:r>
            <a:r>
              <a:rPr b="1" i="0" lang="pt-B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 – Processamento transacional online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62"/>
          <p:cNvSpPr/>
          <p:nvPr/>
        </p:nvSpPr>
        <p:spPr>
          <a:xfrm>
            <a:off x="768485" y="2474719"/>
            <a:ext cx="4961106" cy="4091460"/>
          </a:xfrm>
          <a:prstGeom prst="rect">
            <a:avLst/>
          </a:prstGeom>
          <a:noFill/>
          <a:ln cap="flat" cmpd="sng" w="25400">
            <a:solidFill>
              <a:srgbClr val="0011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62"/>
          <p:cNvSpPr/>
          <p:nvPr/>
        </p:nvSpPr>
        <p:spPr>
          <a:xfrm>
            <a:off x="6096000" y="1968880"/>
            <a:ext cx="4961106" cy="505839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011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OL</a:t>
            </a:r>
            <a:r>
              <a:rPr b="1" i="0" lang="pt-B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 – Processamento analítico online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62"/>
          <p:cNvSpPr txBox="1"/>
          <p:nvPr/>
        </p:nvSpPr>
        <p:spPr>
          <a:xfrm>
            <a:off x="6382966" y="2611881"/>
            <a:ext cx="438717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dados são periodicamente carregados, agregados e armazenados em um cubo. Normalmente processados em </a:t>
            </a:r>
            <a:r>
              <a:rPr b="1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Warehouses</a:t>
            </a: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otimizados para leitura.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1" name="Google Shape;431;p62"/>
          <p:cNvPicPr preferRelativeResize="0"/>
          <p:nvPr/>
        </p:nvPicPr>
        <p:blipFill rotWithShape="1">
          <a:blip r:embed="rId3">
            <a:alphaModFix/>
          </a:blip>
          <a:srcRect b="0" l="2048" r="5825" t="0"/>
          <a:stretch/>
        </p:blipFill>
        <p:spPr>
          <a:xfrm>
            <a:off x="980061" y="3492891"/>
            <a:ext cx="4537953" cy="2836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8629" y="4803715"/>
            <a:ext cx="4755848" cy="1440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3"/>
          <p:cNvSpPr txBox="1"/>
          <p:nvPr/>
        </p:nvSpPr>
        <p:spPr>
          <a:xfrm>
            <a:off x="1940668" y="362731"/>
            <a:ext cx="8472791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48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Transacional </a:t>
            </a:r>
            <a:r>
              <a:rPr b="0" i="0" lang="pt-BR" sz="48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vs</a:t>
            </a:r>
            <a:r>
              <a:rPr b="1" i="0" lang="pt-BR" sz="48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Analítico</a:t>
            </a:r>
            <a:endParaRPr b="0" i="0" sz="6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Tabela&#10;&#10;Descrição gerada automaticamente" id="438" name="Google Shape;438;p63"/>
          <p:cNvPicPr preferRelativeResize="0"/>
          <p:nvPr/>
        </p:nvPicPr>
        <p:blipFill rotWithShape="1">
          <a:blip r:embed="rId3">
            <a:alphaModFix/>
          </a:blip>
          <a:srcRect b="17549" l="1485" r="-1" t="0"/>
          <a:stretch/>
        </p:blipFill>
        <p:spPr>
          <a:xfrm>
            <a:off x="1378196" y="1207957"/>
            <a:ext cx="9435608" cy="4442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4"/>
          <p:cNvSpPr txBox="1"/>
          <p:nvPr/>
        </p:nvSpPr>
        <p:spPr>
          <a:xfrm>
            <a:off x="1940668" y="362731"/>
            <a:ext cx="8472791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48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Transacional </a:t>
            </a:r>
            <a:r>
              <a:rPr b="0" i="0" lang="pt-BR" sz="48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vs</a:t>
            </a:r>
            <a:r>
              <a:rPr b="1" i="0" lang="pt-BR" sz="48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Analítico</a:t>
            </a:r>
            <a:endParaRPr b="0" i="0" sz="6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OLTP OLAP" id="444" name="Google Shape;444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8537" y="1137283"/>
            <a:ext cx="5754925" cy="5127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5"/>
          <p:cNvSpPr txBox="1"/>
          <p:nvPr/>
        </p:nvSpPr>
        <p:spPr>
          <a:xfrm>
            <a:off x="1859604" y="664288"/>
            <a:ext cx="8472791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3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Cargas de trabalho transacionais</a:t>
            </a:r>
            <a:endParaRPr b="0" i="0" sz="4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0" name="Google Shape;450;p65"/>
          <p:cNvSpPr txBox="1"/>
          <p:nvPr/>
        </p:nvSpPr>
        <p:spPr>
          <a:xfrm>
            <a:off x="428017" y="1546698"/>
            <a:ext cx="1104089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dados transacionais são informações que rastreiam as interações relacionadas às atividades de uma organização. Abaixo estão suas características: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65"/>
          <p:cNvSpPr txBox="1"/>
          <p:nvPr/>
        </p:nvSpPr>
        <p:spPr>
          <a:xfrm>
            <a:off x="428017" y="2398755"/>
            <a:ext cx="7704307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-► </a:t>
            </a:r>
            <a:r>
              <a:rPr b="1" i="0" lang="pt-BR" sz="2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Atomicidade</a:t>
            </a:r>
            <a:r>
              <a:rPr b="0" i="0" lang="pt-BR" sz="2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cada transação é tratada como uma unidade independente que resulta em sucesso completo ou falha completa.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-► </a:t>
            </a:r>
            <a:r>
              <a:rPr b="1" i="0" lang="pt-BR" sz="2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Consistência</a:t>
            </a:r>
            <a:r>
              <a:rPr b="0" i="0" lang="pt-BR" sz="2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as transações só podem conduzir os dados do banco de dados de um estado válido para outro estado válido.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-► </a:t>
            </a:r>
            <a:r>
              <a:rPr b="1" i="0" lang="pt-BR" sz="2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Isolamento</a:t>
            </a:r>
            <a:r>
              <a:rPr b="0" i="0" lang="pt-BR" sz="2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a execução concorrente de transações deixa o banco de dados no mesmo estado.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-► </a:t>
            </a:r>
            <a:r>
              <a:rPr b="1" i="0" lang="pt-BR" sz="2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Durabilidade</a:t>
            </a:r>
            <a:r>
              <a:rPr b="0" i="0" lang="pt-BR" sz="2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assim que uma transação tiver sido confirmada, permanecerá assim.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2" name="Google Shape;452;p65"/>
          <p:cNvPicPr preferRelativeResize="0"/>
          <p:nvPr/>
        </p:nvPicPr>
        <p:blipFill rotWithShape="1">
          <a:blip r:embed="rId3">
            <a:alphaModFix/>
          </a:blip>
          <a:srcRect b="5624" l="11575" r="31745" t="12655"/>
          <a:stretch/>
        </p:blipFill>
        <p:spPr>
          <a:xfrm>
            <a:off x="8952689" y="2149813"/>
            <a:ext cx="3239311" cy="3860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7993" y="2128947"/>
            <a:ext cx="2601642" cy="2254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6"/>
          <p:cNvSpPr txBox="1"/>
          <p:nvPr/>
        </p:nvSpPr>
        <p:spPr>
          <a:xfrm>
            <a:off x="1859604" y="664288"/>
            <a:ext cx="8472791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3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Cargas de trabalho analíticas</a:t>
            </a:r>
            <a:endParaRPr b="0" i="0" sz="4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9" name="Google Shape;459;p66"/>
          <p:cNvSpPr txBox="1"/>
          <p:nvPr/>
        </p:nvSpPr>
        <p:spPr>
          <a:xfrm>
            <a:off x="428017" y="1546698"/>
            <a:ext cx="110408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cargas de trabalho analíticas são usadas para análise de dados e tomada de decisões.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66"/>
          <p:cNvSpPr txBox="1"/>
          <p:nvPr/>
        </p:nvSpPr>
        <p:spPr>
          <a:xfrm>
            <a:off x="840023" y="2917957"/>
            <a:ext cx="5437762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-► </a:t>
            </a:r>
            <a:r>
              <a:rPr b="1" i="0" lang="pt-BR" sz="2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Processo Analítico OnLine</a:t>
            </a:r>
            <a:endParaRPr b="1" i="0" sz="20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-► </a:t>
            </a:r>
            <a:r>
              <a:rPr b="1" i="0" lang="pt-BR" sz="2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Armazenamento de grande volume de dados históricos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-► </a:t>
            </a:r>
            <a:r>
              <a:rPr b="1" i="0" lang="pt-BR" sz="2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Normalmente usado para Leitura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specialistas em Big Data, BI, Data Analytics e RPA" id="461" name="Google Shape;461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7785" y="2075918"/>
            <a:ext cx="4286250" cy="423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7"/>
          <p:cNvSpPr txBox="1"/>
          <p:nvPr/>
        </p:nvSpPr>
        <p:spPr>
          <a:xfrm>
            <a:off x="1859604" y="664288"/>
            <a:ext cx="8472791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3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Tipos de processamento de dados</a:t>
            </a:r>
            <a:endParaRPr b="0" i="0" sz="4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7" name="Google Shape;467;p67"/>
          <p:cNvSpPr txBox="1"/>
          <p:nvPr/>
        </p:nvSpPr>
        <p:spPr>
          <a:xfrm>
            <a:off x="460644" y="1755906"/>
            <a:ext cx="3712522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-► Batch – de Lotes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pt-BR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Os elementos de dados são reunidos em um grupo. Então, o grupo inteiro é processado em um momento futuro como um lote.</a:t>
            </a:r>
            <a:endParaRPr b="1" i="0" sz="20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-► </a:t>
            </a:r>
            <a:r>
              <a:rPr b="1" i="0" lang="pt-BR" sz="2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Streaming – de Fluxo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pt-BR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Cada novo dado é processado quando chega.</a:t>
            </a:r>
            <a:endParaRPr b="1" i="0" sz="20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8" name="Google Shape;46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3166" y="1542536"/>
            <a:ext cx="7238304" cy="465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8"/>
          <p:cNvSpPr txBox="1"/>
          <p:nvPr/>
        </p:nvSpPr>
        <p:spPr>
          <a:xfrm>
            <a:off x="2616740" y="458164"/>
            <a:ext cx="7616758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3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Verificação de conhecimentos</a:t>
            </a:r>
            <a:endParaRPr b="0" i="0" sz="4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4" name="Google Shape;474;p68"/>
          <p:cNvSpPr txBox="1"/>
          <p:nvPr/>
        </p:nvSpPr>
        <p:spPr>
          <a:xfrm>
            <a:off x="1376012" y="1419745"/>
            <a:ext cx="10383899" cy="1443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os dados são organizados em uma tabela relacional?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28892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"/>
              <a:buChar char="❑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Linhas e colunas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288925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"/>
              <a:buChar char="❑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Cabeçalho e rodapé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288925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"/>
              <a:buChar char="❑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Páginas e parágrafos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Marca de seleção em linhas e colunas" id="475" name="Google Shape;475;p68"/>
          <p:cNvSpPr/>
          <p:nvPr/>
        </p:nvSpPr>
        <p:spPr>
          <a:xfrm>
            <a:off x="1444107" y="1835878"/>
            <a:ext cx="163976" cy="115172"/>
          </a:xfrm>
          <a:custGeom>
            <a:rect b="b" l="l" r="r" t="t"/>
            <a:pathLst>
              <a:path extrusionOk="0" h="191929" w="273255">
                <a:moveTo>
                  <a:pt x="249301" y="0"/>
                </a:moveTo>
                <a:lnTo>
                  <a:pt x="97887" y="143134"/>
                </a:lnTo>
                <a:lnTo>
                  <a:pt x="25137" y="68610"/>
                </a:lnTo>
                <a:lnTo>
                  <a:pt x="0" y="92564"/>
                </a:lnTo>
                <a:lnTo>
                  <a:pt x="96704" y="191930"/>
                </a:lnTo>
                <a:lnTo>
                  <a:pt x="122137" y="168271"/>
                </a:lnTo>
                <a:lnTo>
                  <a:pt x="273256" y="24841"/>
                </a:lnTo>
                <a:close/>
              </a:path>
            </a:pathLst>
          </a:custGeom>
          <a:solidFill>
            <a:schemeClr val="accent1"/>
          </a:solidFill>
          <a:ln cap="flat" cmpd="sng" w="317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6" name="Google Shape;476;p68"/>
          <p:cNvCxnSpPr/>
          <p:nvPr/>
        </p:nvCxnSpPr>
        <p:spPr>
          <a:xfrm>
            <a:off x="1376012" y="2923781"/>
            <a:ext cx="10304144" cy="0"/>
          </a:xfrm>
          <a:prstGeom prst="straightConnector1">
            <a:avLst/>
          </a:prstGeom>
          <a:noFill/>
          <a:ln cap="flat" cmpd="sng" w="19050">
            <a:solidFill>
              <a:srgbClr val="A5A5A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77" name="Google Shape;477;p68"/>
          <p:cNvSpPr txBox="1"/>
          <p:nvPr/>
        </p:nvSpPr>
        <p:spPr>
          <a:xfrm>
            <a:off x="1376012" y="2984103"/>
            <a:ext cx="10383899" cy="1443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 das alternativas a seguir é um exemplo de dados não estruturados?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28892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"/>
              <a:buChar char="❑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arquivo de texto delimitado por vírgula com os campos </a:t>
            </a: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EmployeeID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EmployeeName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EmployeeDesignation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288925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"/>
              <a:buChar char="❑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Arquivos de áudio e vídeo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288925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"/>
              <a:buChar char="❑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tabela no banco de dados relacional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Marca de seleção em linhas e colunas" id="478" name="Google Shape;478;p68"/>
          <p:cNvSpPr/>
          <p:nvPr/>
        </p:nvSpPr>
        <p:spPr>
          <a:xfrm>
            <a:off x="1444107" y="3705159"/>
            <a:ext cx="163976" cy="115172"/>
          </a:xfrm>
          <a:custGeom>
            <a:rect b="b" l="l" r="r" t="t"/>
            <a:pathLst>
              <a:path extrusionOk="0" h="191929" w="273255">
                <a:moveTo>
                  <a:pt x="249301" y="0"/>
                </a:moveTo>
                <a:lnTo>
                  <a:pt x="97887" y="143134"/>
                </a:lnTo>
                <a:lnTo>
                  <a:pt x="25137" y="68610"/>
                </a:lnTo>
                <a:lnTo>
                  <a:pt x="0" y="92564"/>
                </a:lnTo>
                <a:lnTo>
                  <a:pt x="96704" y="191930"/>
                </a:lnTo>
                <a:lnTo>
                  <a:pt x="122137" y="168271"/>
                </a:lnTo>
                <a:lnTo>
                  <a:pt x="273256" y="24841"/>
                </a:lnTo>
                <a:close/>
              </a:path>
            </a:pathLst>
          </a:custGeom>
          <a:solidFill>
            <a:schemeClr val="accent1"/>
          </a:solidFill>
          <a:ln cap="flat" cmpd="sng" w="317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9" name="Google Shape;479;p68"/>
          <p:cNvCxnSpPr/>
          <p:nvPr/>
        </p:nvCxnSpPr>
        <p:spPr>
          <a:xfrm>
            <a:off x="1376012" y="4488139"/>
            <a:ext cx="10304144" cy="0"/>
          </a:xfrm>
          <a:prstGeom prst="straightConnector1">
            <a:avLst/>
          </a:prstGeom>
          <a:noFill/>
          <a:ln cap="flat" cmpd="sng" w="19050">
            <a:solidFill>
              <a:srgbClr val="A5A5A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80" name="Google Shape;480;p68"/>
          <p:cNvSpPr txBox="1"/>
          <p:nvPr/>
        </p:nvSpPr>
        <p:spPr>
          <a:xfrm>
            <a:off x="1376012" y="4548460"/>
            <a:ext cx="10383899" cy="1443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é data warehouse?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28892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"/>
              <a:buChar char="❑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banco de dados não relacional otimizado para operações de leitura e gravação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288925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"/>
              <a:buChar char="❑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banco de dados relacional otimizado para operações de leitura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288925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"/>
              <a:buChar char="❑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local de armazenamento para arquivos de dados não estruturados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Marca de seleção em linhas e colunas" id="481" name="Google Shape;481;p68"/>
          <p:cNvSpPr/>
          <p:nvPr/>
        </p:nvSpPr>
        <p:spPr>
          <a:xfrm>
            <a:off x="1444107" y="5300000"/>
            <a:ext cx="163976" cy="115172"/>
          </a:xfrm>
          <a:custGeom>
            <a:rect b="b" l="l" r="r" t="t"/>
            <a:pathLst>
              <a:path extrusionOk="0" h="191929" w="273255">
                <a:moveTo>
                  <a:pt x="249301" y="0"/>
                </a:moveTo>
                <a:lnTo>
                  <a:pt x="97887" y="143134"/>
                </a:lnTo>
                <a:lnTo>
                  <a:pt x="25137" y="68610"/>
                </a:lnTo>
                <a:lnTo>
                  <a:pt x="0" y="92564"/>
                </a:lnTo>
                <a:lnTo>
                  <a:pt x="96704" y="191930"/>
                </a:lnTo>
                <a:lnTo>
                  <a:pt x="122137" y="168271"/>
                </a:lnTo>
                <a:lnTo>
                  <a:pt x="273256" y="24841"/>
                </a:lnTo>
                <a:close/>
              </a:path>
            </a:pathLst>
          </a:custGeom>
          <a:solidFill>
            <a:schemeClr val="accent1"/>
          </a:solidFill>
          <a:ln cap="flat" cmpd="sng" w="317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2" name="Google Shape;482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237" y="1532802"/>
            <a:ext cx="933775" cy="93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236" y="2984103"/>
            <a:ext cx="933775" cy="93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236" y="4542030"/>
            <a:ext cx="933775" cy="9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9" name="Google Shape;489;p69"/>
          <p:cNvGrpSpPr/>
          <p:nvPr/>
        </p:nvGrpSpPr>
        <p:grpSpPr>
          <a:xfrm>
            <a:off x="593393" y="-1882151"/>
            <a:ext cx="10959673" cy="10959673"/>
            <a:chOff x="1767348" y="-899652"/>
            <a:chExt cx="8657304" cy="8657304"/>
          </a:xfrm>
        </p:grpSpPr>
        <p:grpSp>
          <p:nvGrpSpPr>
            <p:cNvPr id="490" name="Google Shape;490;p69"/>
            <p:cNvGrpSpPr/>
            <p:nvPr/>
          </p:nvGrpSpPr>
          <p:grpSpPr>
            <a:xfrm>
              <a:off x="1767348" y="-899652"/>
              <a:ext cx="8657304" cy="8657304"/>
              <a:chOff x="-6110596" y="4728339"/>
              <a:chExt cx="3870316" cy="3870316"/>
            </a:xfrm>
          </p:grpSpPr>
          <p:sp>
            <p:nvSpPr>
              <p:cNvPr id="491" name="Google Shape;491;p69"/>
              <p:cNvSpPr/>
              <p:nvPr/>
            </p:nvSpPr>
            <p:spPr>
              <a:xfrm>
                <a:off x="-5866885" y="4972050"/>
                <a:ext cx="3382894" cy="3382894"/>
              </a:xfrm>
              <a:prstGeom prst="ellipse">
                <a:avLst/>
              </a:prstGeom>
              <a:noFill/>
              <a:ln cap="flat" cmpd="sng" w="12700">
                <a:solidFill>
                  <a:srgbClr val="D8D8D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69"/>
              <p:cNvSpPr/>
              <p:nvPr/>
            </p:nvSpPr>
            <p:spPr>
              <a:xfrm>
                <a:off x="-6110596" y="4728339"/>
                <a:ext cx="3870316" cy="3870316"/>
              </a:xfrm>
              <a:prstGeom prst="ellipse">
                <a:avLst/>
              </a:prstGeom>
              <a:noFill/>
              <a:ln cap="flat" cmpd="sng" w="12700">
                <a:solidFill>
                  <a:srgbClr val="D8D8D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69"/>
              <p:cNvSpPr/>
              <p:nvPr/>
            </p:nvSpPr>
            <p:spPr>
              <a:xfrm>
                <a:off x="-5506817" y="5332118"/>
                <a:ext cx="2662758" cy="2662758"/>
              </a:xfrm>
              <a:prstGeom prst="ellipse">
                <a:avLst/>
              </a:prstGeom>
              <a:noFill/>
              <a:ln cap="flat" cmpd="sng" w="12700">
                <a:solidFill>
                  <a:srgbClr val="D8D8D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69"/>
              <p:cNvSpPr/>
              <p:nvPr/>
            </p:nvSpPr>
            <p:spPr>
              <a:xfrm>
                <a:off x="-5181278" y="5657657"/>
                <a:ext cx="2011680" cy="2011680"/>
              </a:xfrm>
              <a:prstGeom prst="ellipse">
                <a:avLst/>
              </a:prstGeom>
              <a:noFill/>
              <a:ln cap="flat" cmpd="sng" w="12700">
                <a:solidFill>
                  <a:srgbClr val="D8D8D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5" name="Google Shape;495;p69"/>
            <p:cNvGrpSpPr/>
            <p:nvPr/>
          </p:nvGrpSpPr>
          <p:grpSpPr>
            <a:xfrm>
              <a:off x="2199719" y="775384"/>
              <a:ext cx="6874374" cy="4942000"/>
              <a:chOff x="-5917301" y="2252173"/>
              <a:chExt cx="3073243" cy="2209360"/>
            </a:xfrm>
          </p:grpSpPr>
          <p:sp>
            <p:nvSpPr>
              <p:cNvPr id="496" name="Google Shape;496;p69"/>
              <p:cNvSpPr/>
              <p:nvPr/>
            </p:nvSpPr>
            <p:spPr>
              <a:xfrm>
                <a:off x="-3159527" y="2619284"/>
                <a:ext cx="127402" cy="127402"/>
              </a:xfrm>
              <a:prstGeom prst="ellipse">
                <a:avLst/>
              </a:prstGeom>
              <a:solidFill>
                <a:srgbClr val="2246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69"/>
              <p:cNvSpPr/>
              <p:nvPr/>
            </p:nvSpPr>
            <p:spPr>
              <a:xfrm>
                <a:off x="-2971460" y="2252173"/>
                <a:ext cx="127402" cy="127402"/>
              </a:xfrm>
              <a:prstGeom prst="ellipse">
                <a:avLst/>
              </a:prstGeom>
              <a:solidFill>
                <a:srgbClr val="2246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69"/>
              <p:cNvSpPr/>
              <p:nvPr/>
            </p:nvSpPr>
            <p:spPr>
              <a:xfrm>
                <a:off x="-5917301" y="3155068"/>
                <a:ext cx="127402" cy="127402"/>
              </a:xfrm>
              <a:prstGeom prst="ellipse">
                <a:avLst/>
              </a:prstGeom>
              <a:solidFill>
                <a:srgbClr val="2246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69"/>
              <p:cNvSpPr/>
              <p:nvPr/>
            </p:nvSpPr>
            <p:spPr>
              <a:xfrm>
                <a:off x="-5410548" y="2746686"/>
                <a:ext cx="127402" cy="127402"/>
              </a:xfrm>
              <a:prstGeom prst="ellipse">
                <a:avLst/>
              </a:prstGeom>
              <a:solidFill>
                <a:srgbClr val="2246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69"/>
              <p:cNvSpPr/>
              <p:nvPr/>
            </p:nvSpPr>
            <p:spPr>
              <a:xfrm>
                <a:off x="-5716977" y="4240869"/>
                <a:ext cx="127402" cy="127402"/>
              </a:xfrm>
              <a:prstGeom prst="ellipse">
                <a:avLst/>
              </a:prstGeom>
              <a:solidFill>
                <a:srgbClr val="2246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69"/>
              <p:cNvSpPr/>
              <p:nvPr/>
            </p:nvSpPr>
            <p:spPr>
              <a:xfrm>
                <a:off x="-4480790" y="4348940"/>
                <a:ext cx="112593" cy="112593"/>
              </a:xfrm>
              <a:prstGeom prst="ellipse">
                <a:avLst/>
              </a:prstGeom>
              <a:solidFill>
                <a:srgbClr val="2246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69"/>
              <p:cNvSpPr/>
              <p:nvPr/>
            </p:nvSpPr>
            <p:spPr>
              <a:xfrm>
                <a:off x="-3119421" y="4102065"/>
                <a:ext cx="112593" cy="112593"/>
              </a:xfrm>
              <a:prstGeom prst="ellipse">
                <a:avLst/>
              </a:prstGeom>
              <a:solidFill>
                <a:srgbClr val="2246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03" name="Google Shape;503;p69"/>
          <p:cNvSpPr txBox="1"/>
          <p:nvPr/>
        </p:nvSpPr>
        <p:spPr>
          <a:xfrm>
            <a:off x="2828722" y="2479990"/>
            <a:ext cx="6534555" cy="21236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pt-BR" sz="4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Técnicas de processamento de dados</a:t>
            </a:r>
            <a:endParaRPr b="0" i="0" sz="5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70"/>
          <p:cNvSpPr txBox="1"/>
          <p:nvPr/>
        </p:nvSpPr>
        <p:spPr>
          <a:xfrm>
            <a:off x="2137646" y="551025"/>
            <a:ext cx="8472791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Gerenciamento de Pipelines</a:t>
            </a:r>
            <a:endParaRPr b="0" i="0" sz="4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9" name="Google Shape;509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2F3450"/>
          </a:solidFill>
          <a:ln>
            <a:noFill/>
          </a:ln>
        </p:spPr>
      </p:pic>
      <p:sp>
        <p:nvSpPr>
          <p:cNvPr id="510" name="Google Shape;510;p70"/>
          <p:cNvSpPr/>
          <p:nvPr/>
        </p:nvSpPr>
        <p:spPr>
          <a:xfrm>
            <a:off x="10610437" y="5252936"/>
            <a:ext cx="1101665" cy="476655"/>
          </a:xfrm>
          <a:prstGeom prst="rect">
            <a:avLst/>
          </a:prstGeom>
          <a:solidFill>
            <a:srgbClr val="2F34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1"/>
          <p:cNvSpPr txBox="1"/>
          <p:nvPr/>
        </p:nvSpPr>
        <p:spPr>
          <a:xfrm>
            <a:off x="2137646" y="551025"/>
            <a:ext cx="8472791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Funções do profissional de dados</a:t>
            </a:r>
            <a:endParaRPr b="0" i="0" sz="4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6" name="Google Shape;516;p71"/>
          <p:cNvSpPr txBox="1"/>
          <p:nvPr/>
        </p:nvSpPr>
        <p:spPr>
          <a:xfrm>
            <a:off x="409863" y="1725413"/>
            <a:ext cx="3719770" cy="104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71"/>
          <p:cNvSpPr txBox="1"/>
          <p:nvPr/>
        </p:nvSpPr>
        <p:spPr>
          <a:xfrm>
            <a:off x="409863" y="2896286"/>
            <a:ext cx="3618381" cy="2553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Provisionamento, configuração e gerenciamento de banco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Segurança do banco de dados e acesso do usuário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Backups e resiliência do banco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Monitoramento e otimização do desempenho do banco de dados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71"/>
          <p:cNvSpPr txBox="1"/>
          <p:nvPr/>
        </p:nvSpPr>
        <p:spPr>
          <a:xfrm>
            <a:off x="4294372" y="1725413"/>
            <a:ext cx="3629278" cy="104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71"/>
          <p:cNvSpPr txBox="1"/>
          <p:nvPr/>
        </p:nvSpPr>
        <p:spPr>
          <a:xfrm>
            <a:off x="4294372" y="2896286"/>
            <a:ext cx="3607487" cy="2553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Pipelines de integração de dados e processos ETL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Limpeza e transformação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Esquemas de armazenamento de dados analíticos e cargas de dados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71"/>
          <p:cNvSpPr txBox="1"/>
          <p:nvPr/>
        </p:nvSpPr>
        <p:spPr>
          <a:xfrm>
            <a:off x="8130633" y="1725413"/>
            <a:ext cx="3629278" cy="104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71"/>
          <p:cNvSpPr txBox="1"/>
          <p:nvPr/>
        </p:nvSpPr>
        <p:spPr>
          <a:xfrm>
            <a:off x="8152424" y="2896284"/>
            <a:ext cx="3607487" cy="2553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Modelagem analítica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Relatórios e resumos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Visualização de dados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2" name="Google Shape;522;p71"/>
          <p:cNvGrpSpPr/>
          <p:nvPr/>
        </p:nvGrpSpPr>
        <p:grpSpPr>
          <a:xfrm>
            <a:off x="320432" y="1781960"/>
            <a:ext cx="1323574" cy="914400"/>
            <a:chOff x="1624397" y="1528299"/>
            <a:chExt cx="1323574" cy="914400"/>
          </a:xfrm>
        </p:grpSpPr>
        <p:pic>
          <p:nvPicPr>
            <p:cNvPr descr="Banco de dados com preenchimento sólido" id="523" name="Google Shape;523;p7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65976" y="1624515"/>
              <a:ext cx="681995" cy="681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suário com preenchimento sólido" id="524" name="Google Shape;524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24397" y="1528299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5" name="Google Shape;525;p71"/>
          <p:cNvGrpSpPr/>
          <p:nvPr/>
        </p:nvGrpSpPr>
        <p:grpSpPr>
          <a:xfrm>
            <a:off x="8023172" y="1755026"/>
            <a:ext cx="1401920" cy="914400"/>
            <a:chOff x="9363667" y="1528299"/>
            <a:chExt cx="1401920" cy="914400"/>
          </a:xfrm>
        </p:grpSpPr>
        <p:grpSp>
          <p:nvGrpSpPr>
            <p:cNvPr id="526" name="Google Shape;526;p71"/>
            <p:cNvGrpSpPr/>
            <p:nvPr/>
          </p:nvGrpSpPr>
          <p:grpSpPr>
            <a:xfrm>
              <a:off x="10089044" y="1605148"/>
              <a:ext cx="676543" cy="623772"/>
              <a:chOff x="6910544" y="4960784"/>
              <a:chExt cx="1903400" cy="1754935"/>
            </a:xfrm>
          </p:grpSpPr>
          <p:pic>
            <p:nvPicPr>
              <p:cNvPr descr="Gráfico de barras com preenchimento sólido" id="527" name="Google Shape;527;p7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6910544" y="5625627"/>
                <a:ext cx="914401" cy="91439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Gráfico de pizza com preenchimento sólido" id="528" name="Google Shape;528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442342" y="4960784"/>
                <a:ext cx="914401" cy="91439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Tendência ascendente com preenchimento sólido" id="529" name="Google Shape;529;p71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7899543" y="5801317"/>
                <a:ext cx="914401" cy="91440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Usuário com preenchimento sólido" id="530" name="Google Shape;530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363667" y="1528299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1" name="Google Shape;531;p71"/>
          <p:cNvGrpSpPr/>
          <p:nvPr/>
        </p:nvGrpSpPr>
        <p:grpSpPr>
          <a:xfrm>
            <a:off x="4188056" y="1755026"/>
            <a:ext cx="1519698" cy="918677"/>
            <a:chOff x="5698619" y="1539252"/>
            <a:chExt cx="1519698" cy="918677"/>
          </a:xfrm>
        </p:grpSpPr>
        <p:pic>
          <p:nvPicPr>
            <p:cNvPr descr="Banco de dados com preenchimento sólido" id="532" name="Google Shape;532;p7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56613" y="1539252"/>
              <a:ext cx="349282" cy="3492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Engrenagens com preenchimento sólido" id="533" name="Google Shape;533;p7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424389" y="1639103"/>
              <a:ext cx="611058" cy="6110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suário com preenchimento sólido" id="534" name="Google Shape;534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98619" y="1543529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asta aberta com preenchimento sólido" id="535" name="Google Shape;535;p7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857907" y="1953331"/>
              <a:ext cx="327268" cy="3272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Documento com preenchimento sólido" id="536" name="Google Shape;536;p7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947070" y="1651433"/>
              <a:ext cx="271247" cy="2712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7" name="Google Shape;537;p71"/>
          <p:cNvSpPr txBox="1"/>
          <p:nvPr/>
        </p:nvSpPr>
        <p:spPr>
          <a:xfrm>
            <a:off x="1407342" y="1939475"/>
            <a:ext cx="2885342" cy="1314206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Administrador de </a:t>
            </a:r>
            <a:br>
              <a:rPr b="0" i="0" lang="pt-B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Banco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71"/>
          <p:cNvSpPr txBox="1"/>
          <p:nvPr/>
        </p:nvSpPr>
        <p:spPr>
          <a:xfrm>
            <a:off x="5570156" y="1952037"/>
            <a:ext cx="2533814" cy="960263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Engenheiro </a:t>
            </a:r>
            <a:br>
              <a:rPr b="0" i="0" lang="pt-B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Dados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71"/>
          <p:cNvSpPr txBox="1"/>
          <p:nvPr/>
        </p:nvSpPr>
        <p:spPr>
          <a:xfrm>
            <a:off x="9343530" y="1874636"/>
            <a:ext cx="2533814" cy="1034129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Analista </a:t>
            </a:r>
            <a:br>
              <a:rPr b="0" i="0" lang="pt-B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2"/>
          <p:cNvSpPr txBox="1"/>
          <p:nvPr/>
        </p:nvSpPr>
        <p:spPr>
          <a:xfrm>
            <a:off x="1846163" y="367033"/>
            <a:ext cx="863572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Serviços de nuvem da Microsoft para dados</a:t>
            </a:r>
            <a:endParaRPr b="0" i="0" sz="3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45" name="Google Shape;545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499" y="4257263"/>
            <a:ext cx="815476" cy="81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1745" y="1841814"/>
            <a:ext cx="688958" cy="688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29662" y="2741280"/>
            <a:ext cx="782010" cy="782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3036" y="2920674"/>
            <a:ext cx="727883" cy="727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7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70089" y="1793958"/>
            <a:ext cx="848731" cy="848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7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29523" y="5095057"/>
            <a:ext cx="782010" cy="782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7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15123" y="4079912"/>
            <a:ext cx="782010" cy="782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7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51889" y="5164260"/>
            <a:ext cx="858527" cy="8585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3" name="Google Shape;553;p72"/>
          <p:cNvGrpSpPr/>
          <p:nvPr/>
        </p:nvGrpSpPr>
        <p:grpSpPr>
          <a:xfrm>
            <a:off x="223072" y="2930467"/>
            <a:ext cx="897817" cy="911721"/>
            <a:chOff x="8596728" y="971080"/>
            <a:chExt cx="948293" cy="962979"/>
          </a:xfrm>
        </p:grpSpPr>
        <p:pic>
          <p:nvPicPr>
            <p:cNvPr id="554" name="Google Shape;554;p7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984419" y="1373457"/>
              <a:ext cx="560602" cy="560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5" name="Google Shape;555;p7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8596728" y="1391971"/>
              <a:ext cx="523574" cy="5235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6" name="Google Shape;556;p7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8810155" y="971080"/>
              <a:ext cx="523574" cy="5235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7" name="Google Shape;557;p72"/>
          <p:cNvSpPr/>
          <p:nvPr/>
        </p:nvSpPr>
        <p:spPr>
          <a:xfrm>
            <a:off x="223072" y="1158501"/>
            <a:ext cx="3971241" cy="642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Armazenamentos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72"/>
          <p:cNvSpPr txBox="1"/>
          <p:nvPr/>
        </p:nvSpPr>
        <p:spPr>
          <a:xfrm>
            <a:off x="1057408" y="1703683"/>
            <a:ext cx="3593294" cy="2994666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Azure 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Família de serviços de banco de dados relacional baseados no SQL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Banco de Dados do Azure para código aberto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MariaDB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72"/>
          <p:cNvSpPr txBox="1"/>
          <p:nvPr/>
        </p:nvSpPr>
        <p:spPr>
          <a:xfrm>
            <a:off x="1038111" y="4235491"/>
            <a:ext cx="3212813" cy="1009507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Azure Cosmos 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 de banco de dados não relacional altamente escalonável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72"/>
          <p:cNvSpPr txBox="1"/>
          <p:nvPr/>
        </p:nvSpPr>
        <p:spPr>
          <a:xfrm>
            <a:off x="1016967" y="5120221"/>
            <a:ext cx="3212813" cy="1280351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Armazenamento do Azure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Armazenamento de arquivos, blobs e tabelas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Namespace hierárquico para o Data Lake Storage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72"/>
          <p:cNvSpPr/>
          <p:nvPr/>
        </p:nvSpPr>
        <p:spPr>
          <a:xfrm>
            <a:off x="4397858" y="1148222"/>
            <a:ext cx="7451794" cy="6713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Engenharia e análise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72"/>
          <p:cNvSpPr txBox="1"/>
          <p:nvPr/>
        </p:nvSpPr>
        <p:spPr>
          <a:xfrm>
            <a:off x="5268263" y="1831703"/>
            <a:ext cx="3108810" cy="1086451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Azure Data Factory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Pipelines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72"/>
          <p:cNvSpPr txBox="1"/>
          <p:nvPr/>
        </p:nvSpPr>
        <p:spPr>
          <a:xfrm>
            <a:off x="5250417" y="2685859"/>
            <a:ext cx="2787937" cy="147425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Azure Synapse 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Análise integrada de ponta a ponta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Pipelines, SQL, Apache Spark, Data Explorer…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72"/>
          <p:cNvSpPr txBox="1"/>
          <p:nvPr/>
        </p:nvSpPr>
        <p:spPr>
          <a:xfrm>
            <a:off x="5257253" y="4085550"/>
            <a:ext cx="2866502" cy="1009507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Azure Databricks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Análise e processamento de dados do Apache Spark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72"/>
          <p:cNvSpPr txBox="1"/>
          <p:nvPr/>
        </p:nvSpPr>
        <p:spPr>
          <a:xfrm>
            <a:off x="5290643" y="5051972"/>
            <a:ext cx="2866502" cy="1009507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Azure HDInsight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Plataforma Apache de código aberto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72"/>
          <p:cNvSpPr txBox="1"/>
          <p:nvPr/>
        </p:nvSpPr>
        <p:spPr>
          <a:xfrm>
            <a:off x="8740842" y="1768042"/>
            <a:ext cx="3108810" cy="1280351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Azure Stream 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Processamento de dados em tempo real para soluções de IoT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72"/>
          <p:cNvSpPr txBox="1"/>
          <p:nvPr/>
        </p:nvSpPr>
        <p:spPr>
          <a:xfrm>
            <a:off x="8761962" y="2813740"/>
            <a:ext cx="3108810" cy="1280351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Azure Data Explorer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Análise de dados em tempo real para logs e telemetria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72"/>
          <p:cNvSpPr txBox="1"/>
          <p:nvPr/>
        </p:nvSpPr>
        <p:spPr>
          <a:xfrm>
            <a:off x="8794758" y="3783416"/>
            <a:ext cx="3374255" cy="1357295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Azure Purview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Governança de dados empresariais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Mapeamento e descoberta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72"/>
          <p:cNvSpPr txBox="1"/>
          <p:nvPr/>
        </p:nvSpPr>
        <p:spPr>
          <a:xfrm>
            <a:off x="8769133" y="5013787"/>
            <a:ext cx="3497446" cy="1551194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Microsoft Power 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Modelagem de dados 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analíticos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Visualização interativa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0" name="Google Shape;570;p7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46045" y="1801506"/>
            <a:ext cx="874844" cy="874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7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009614" y="3943092"/>
            <a:ext cx="845314" cy="523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7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114273" y="5033572"/>
            <a:ext cx="740656" cy="771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73"/>
          <p:cNvSpPr txBox="1"/>
          <p:nvPr/>
        </p:nvSpPr>
        <p:spPr>
          <a:xfrm>
            <a:off x="2616740" y="458164"/>
            <a:ext cx="7616758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3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Verificação de conhecimentos</a:t>
            </a:r>
            <a:endParaRPr b="0" i="0" sz="4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8" name="Google Shape;578;p73"/>
          <p:cNvSpPr txBox="1"/>
          <p:nvPr/>
        </p:nvSpPr>
        <p:spPr>
          <a:xfrm>
            <a:off x="1442468" y="1413565"/>
            <a:ext cx="10383899" cy="1443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 das tarefas a seguir é responsabilidade de um administrador de banco de dados?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28892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"/>
              <a:buChar char="❑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Fazer backup e restaurar bancos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288925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"/>
              <a:buChar char="❑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Criar painéis e relatórios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288925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"/>
              <a:buChar char="❑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Criar pipelines para processar dados em um data lake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73"/>
          <p:cNvSpPr/>
          <p:nvPr/>
        </p:nvSpPr>
        <p:spPr>
          <a:xfrm>
            <a:off x="1520290" y="1777177"/>
            <a:ext cx="163976" cy="115172"/>
          </a:xfrm>
          <a:custGeom>
            <a:rect b="b" l="l" r="r" t="t"/>
            <a:pathLst>
              <a:path extrusionOk="0" h="191929" w="273255">
                <a:moveTo>
                  <a:pt x="249301" y="0"/>
                </a:moveTo>
                <a:lnTo>
                  <a:pt x="97887" y="143134"/>
                </a:lnTo>
                <a:lnTo>
                  <a:pt x="25137" y="68610"/>
                </a:lnTo>
                <a:lnTo>
                  <a:pt x="0" y="92564"/>
                </a:lnTo>
                <a:lnTo>
                  <a:pt x="96704" y="191930"/>
                </a:lnTo>
                <a:lnTo>
                  <a:pt x="122137" y="168271"/>
                </a:lnTo>
                <a:lnTo>
                  <a:pt x="273256" y="24841"/>
                </a:lnTo>
                <a:close/>
              </a:path>
            </a:pathLst>
          </a:custGeom>
          <a:solidFill>
            <a:schemeClr val="lt2"/>
          </a:solidFill>
          <a:ln cap="flat" cmpd="sng" w="317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0" name="Google Shape;580;p73"/>
          <p:cNvCxnSpPr/>
          <p:nvPr/>
        </p:nvCxnSpPr>
        <p:spPr>
          <a:xfrm>
            <a:off x="1442468" y="2917601"/>
            <a:ext cx="10304144" cy="0"/>
          </a:xfrm>
          <a:prstGeom prst="straightConnector1">
            <a:avLst/>
          </a:prstGeom>
          <a:noFill/>
          <a:ln cap="flat" cmpd="sng" w="19050">
            <a:solidFill>
              <a:srgbClr val="A5A5A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81" name="Google Shape;581;p73"/>
          <p:cNvSpPr txBox="1"/>
          <p:nvPr/>
        </p:nvSpPr>
        <p:spPr>
          <a:xfrm>
            <a:off x="1442468" y="2977923"/>
            <a:ext cx="10383899" cy="1443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 função provavelmente usará o Azure Data Factory para definir um pipeline de dados para um processo ETL?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28892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"/>
              <a:buChar char="❑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Administrador de Banco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288925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"/>
              <a:buChar char="❑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Engenheiro de Dados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288925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"/>
              <a:buChar char="❑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Analista de Dados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73"/>
          <p:cNvSpPr/>
          <p:nvPr/>
        </p:nvSpPr>
        <p:spPr>
          <a:xfrm>
            <a:off x="1509404" y="3952325"/>
            <a:ext cx="163976" cy="115172"/>
          </a:xfrm>
          <a:custGeom>
            <a:rect b="b" l="l" r="r" t="t"/>
            <a:pathLst>
              <a:path extrusionOk="0" h="191929" w="273255">
                <a:moveTo>
                  <a:pt x="249301" y="0"/>
                </a:moveTo>
                <a:lnTo>
                  <a:pt x="97887" y="143134"/>
                </a:lnTo>
                <a:lnTo>
                  <a:pt x="25137" y="68610"/>
                </a:lnTo>
                <a:lnTo>
                  <a:pt x="0" y="92564"/>
                </a:lnTo>
                <a:lnTo>
                  <a:pt x="96704" y="191930"/>
                </a:lnTo>
                <a:lnTo>
                  <a:pt x="122137" y="168271"/>
                </a:lnTo>
                <a:lnTo>
                  <a:pt x="273256" y="24841"/>
                </a:lnTo>
                <a:close/>
              </a:path>
            </a:pathLst>
          </a:custGeom>
          <a:solidFill>
            <a:schemeClr val="lt2"/>
          </a:solidFill>
          <a:ln cap="flat" cmpd="sng" w="317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3" name="Google Shape;583;p73"/>
          <p:cNvCxnSpPr/>
          <p:nvPr/>
        </p:nvCxnSpPr>
        <p:spPr>
          <a:xfrm>
            <a:off x="1442468" y="4481959"/>
            <a:ext cx="10304144" cy="0"/>
          </a:xfrm>
          <a:prstGeom prst="straightConnector1">
            <a:avLst/>
          </a:prstGeom>
          <a:noFill/>
          <a:ln cap="flat" cmpd="sng" w="19050">
            <a:solidFill>
              <a:srgbClr val="A5A5A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84" name="Google Shape;584;p73"/>
          <p:cNvSpPr txBox="1"/>
          <p:nvPr/>
        </p:nvSpPr>
        <p:spPr>
          <a:xfrm>
            <a:off x="1442468" y="4542280"/>
            <a:ext cx="10383899" cy="1443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 serviço único você usaria para implementar pipelines de dados, análise de SQL e análise do Spark?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28892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"/>
              <a:buChar char="❑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Banco de Dados SQL do Azure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288925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"/>
              <a:buChar char="❑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Microsoft Power 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288925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"/>
              <a:buChar char="❑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Azure Synapse 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73"/>
          <p:cNvSpPr/>
          <p:nvPr/>
        </p:nvSpPr>
        <p:spPr>
          <a:xfrm>
            <a:off x="1520290" y="5834936"/>
            <a:ext cx="163976" cy="115172"/>
          </a:xfrm>
          <a:custGeom>
            <a:rect b="b" l="l" r="r" t="t"/>
            <a:pathLst>
              <a:path extrusionOk="0" h="191929" w="273255">
                <a:moveTo>
                  <a:pt x="249301" y="0"/>
                </a:moveTo>
                <a:lnTo>
                  <a:pt x="97887" y="143134"/>
                </a:lnTo>
                <a:lnTo>
                  <a:pt x="25137" y="68610"/>
                </a:lnTo>
                <a:lnTo>
                  <a:pt x="0" y="92564"/>
                </a:lnTo>
                <a:lnTo>
                  <a:pt x="96704" y="191930"/>
                </a:lnTo>
                <a:lnTo>
                  <a:pt x="122137" y="168271"/>
                </a:lnTo>
                <a:lnTo>
                  <a:pt x="273256" y="24841"/>
                </a:lnTo>
                <a:close/>
              </a:path>
            </a:pathLst>
          </a:custGeom>
          <a:solidFill>
            <a:schemeClr val="lt2"/>
          </a:solidFill>
          <a:ln cap="flat" cmpd="sng" w="317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6" name="Google Shape;586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651" y="1486498"/>
            <a:ext cx="933775" cy="93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650" y="2930362"/>
            <a:ext cx="933775" cy="93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649" y="4542280"/>
            <a:ext cx="933775" cy="9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Personalizada 1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00188F"/>
      </a:accent1>
      <a:accent2>
        <a:srgbClr val="2114AA"/>
      </a:accent2>
      <a:accent3>
        <a:srgbClr val="1F15D2"/>
      </a:accent3>
      <a:accent4>
        <a:srgbClr val="7649E0"/>
      </a:accent4>
      <a:accent5>
        <a:srgbClr val="5C35B2"/>
      </a:accent5>
      <a:accent6>
        <a:srgbClr val="F650F8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